
<file path=[Content_Types].xml><?xml version="1.0" encoding="utf-8"?>
<Types xmlns="http://schemas.openxmlformats.org/package/2006/content-types">
  <Default Extension="jpeg" ContentType="image/jpeg"/>
  <Default Extension="jpg" ContentType="image/jpeg"/>
  <Default Extension="m4a" ContentType="audio/mp4"/>
  <Default Extension="mp4" ContentType="video/mp4"/>
  <Default Extension="png" ContentType="image/png"/>
  <Default Extension="rels" ContentType="application/vnd.openxmlformats-package.relationships+xml"/>
  <Default Extension="svg" ContentType="image/svg+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64" r:id="rId5"/>
    <p:sldId id="267" r:id="rId6"/>
    <p:sldId id="261" r:id="rId7"/>
    <p:sldId id="266" r:id="rId8"/>
    <p:sldId id="268" r:id="rId9"/>
    <p:sldId id="269" r:id="rId10"/>
    <p:sldId id="265" r:id="rId11"/>
    <p:sldId id="271" r:id="rId12"/>
    <p:sldId id="272" r:id="rId13"/>
    <p:sldId id="273" r:id="rId14"/>
    <p:sldId id="263" r:id="rId15"/>
    <p:sldId id="270" r:id="rId1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B9E8AC-130A-9F44-BF57-B0BC456A27FF}" v="143" dt="2025-07-16T17:41:29.740"/>
  </p1510:revLst>
</p1510:revInfo>
</file>

<file path=ppt/tableStyles.xml><?xml version="1.0" encoding="utf-8"?>
<a:tblStyleLst xmlns:a="http://schemas.openxmlformats.org/drawingml/2006/main" def="{5C22544A-7EE6-4342-B048-85BDC9FD1C3A}">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3" autoAdjust="0"/>
    <p:restoredTop sz="94694" autoAdjust="0"/>
  </p:normalViewPr>
  <p:slideViewPr>
    <p:cSldViewPr snapToGrid="0">
      <p:cViewPr varScale="1">
        <p:scale>
          <a:sx n="102" d="100"/>
          <a:sy n="102" d="100"/>
        </p:scale>
        <p:origin x="876" y="10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im SAVAROCHE" userId="ad53b011-296a-44c4-b802-11cfb50d8a6c" providerId="ADAL" clId="{39103262-996F-4ECF-B730-F897A2104EC0}"/>
    <pc:docChg chg="undo custSel addSld modSld">
      <pc:chgData name="Kim SAVAROCHE" userId="ad53b011-296a-44c4-b802-11cfb50d8a6c" providerId="ADAL" clId="{39103262-996F-4ECF-B730-F897A2104EC0}" dt="2025-07-02T13:50:13.775" v="184" actId="14100"/>
      <pc:docMkLst>
        <pc:docMk/>
      </pc:docMkLst>
      <pc:sldChg chg="modSp new mod">
        <pc:chgData name="Kim SAVAROCHE" userId="ad53b011-296a-44c4-b802-11cfb50d8a6c" providerId="ADAL" clId="{39103262-996F-4ECF-B730-F897A2104EC0}" dt="2025-07-02T13:44:26.036" v="45" actId="20577"/>
        <pc:sldMkLst>
          <pc:docMk/>
          <pc:sldMk cId="870570142" sldId="256"/>
        </pc:sldMkLst>
        <pc:spChg chg="mod">
          <ac:chgData name="Kim SAVAROCHE" userId="ad53b011-296a-44c4-b802-11cfb50d8a6c" providerId="ADAL" clId="{39103262-996F-4ECF-B730-F897A2104EC0}" dt="2025-07-02T13:44:13.069" v="13" actId="20577"/>
          <ac:spMkLst>
            <pc:docMk/>
            <pc:sldMk cId="870570142" sldId="256"/>
            <ac:spMk id="2" creationId="{293A04C8-047F-F39B-9914-B0718AB73CF5}"/>
          </ac:spMkLst>
        </pc:spChg>
        <pc:spChg chg="mod">
          <ac:chgData name="Kim SAVAROCHE" userId="ad53b011-296a-44c4-b802-11cfb50d8a6c" providerId="ADAL" clId="{39103262-996F-4ECF-B730-F897A2104EC0}" dt="2025-07-02T13:44:26.036" v="45" actId="20577"/>
          <ac:spMkLst>
            <pc:docMk/>
            <pc:sldMk cId="870570142" sldId="256"/>
            <ac:spMk id="3" creationId="{64FF915D-9035-BB1D-5C71-0BEB84F6CFDE}"/>
          </ac:spMkLst>
        </pc:spChg>
      </pc:sldChg>
      <pc:sldChg chg="addSp modSp new mod">
        <pc:chgData name="Kim SAVAROCHE" userId="ad53b011-296a-44c4-b802-11cfb50d8a6c" providerId="ADAL" clId="{39103262-996F-4ECF-B730-F897A2104EC0}" dt="2025-07-02T13:50:13.775" v="184" actId="14100"/>
        <pc:sldMkLst>
          <pc:docMk/>
          <pc:sldMk cId="553498036" sldId="257"/>
        </pc:sldMkLst>
        <pc:spChg chg="mod">
          <ac:chgData name="Kim SAVAROCHE" userId="ad53b011-296a-44c4-b802-11cfb50d8a6c" providerId="ADAL" clId="{39103262-996F-4ECF-B730-F897A2104EC0}" dt="2025-07-02T13:46:34.105" v="81" actId="790"/>
          <ac:spMkLst>
            <pc:docMk/>
            <pc:sldMk cId="553498036" sldId="257"/>
            <ac:spMk id="2" creationId="{2996194C-5160-6CEF-0D1B-52A4FDF33F10}"/>
          </ac:spMkLst>
        </pc:spChg>
        <pc:spChg chg="add mod">
          <ac:chgData name="Kim SAVAROCHE" userId="ad53b011-296a-44c4-b802-11cfb50d8a6c" providerId="ADAL" clId="{39103262-996F-4ECF-B730-F897A2104EC0}" dt="2025-07-02T13:50:13.775" v="184" actId="14100"/>
          <ac:spMkLst>
            <pc:docMk/>
            <pc:sldMk cId="553498036" sldId="257"/>
            <ac:spMk id="3" creationId="{48E4B5E4-2377-5442-D025-1A292979E5FB}"/>
          </ac:spMkLst>
        </pc:spChg>
      </pc:sldChg>
      <pc:sldChg chg="modSp add mod">
        <pc:chgData name="Kim SAVAROCHE" userId="ad53b011-296a-44c4-b802-11cfb50d8a6c" providerId="ADAL" clId="{39103262-996F-4ECF-B730-F897A2104EC0}" dt="2025-07-02T13:46:38.331" v="82" actId="790"/>
        <pc:sldMkLst>
          <pc:docMk/>
          <pc:sldMk cId="77679496" sldId="258"/>
        </pc:sldMkLst>
        <pc:spChg chg="mod">
          <ac:chgData name="Kim SAVAROCHE" userId="ad53b011-296a-44c4-b802-11cfb50d8a6c" providerId="ADAL" clId="{39103262-996F-4ECF-B730-F897A2104EC0}" dt="2025-07-02T13:46:38.331" v="82" actId="790"/>
          <ac:spMkLst>
            <pc:docMk/>
            <pc:sldMk cId="77679496" sldId="258"/>
            <ac:spMk id="2" creationId="{2996194C-5160-6CEF-0D1B-52A4FDF33F10}"/>
          </ac:spMkLst>
        </pc:spChg>
      </pc:sldChg>
      <pc:sldChg chg="modSp add mod">
        <pc:chgData name="Kim SAVAROCHE" userId="ad53b011-296a-44c4-b802-11cfb50d8a6c" providerId="ADAL" clId="{39103262-996F-4ECF-B730-F897A2104EC0}" dt="2025-07-02T13:46:48.019" v="90" actId="20577"/>
        <pc:sldMkLst>
          <pc:docMk/>
          <pc:sldMk cId="1988054261" sldId="259"/>
        </pc:sldMkLst>
        <pc:spChg chg="mod">
          <ac:chgData name="Kim SAVAROCHE" userId="ad53b011-296a-44c4-b802-11cfb50d8a6c" providerId="ADAL" clId="{39103262-996F-4ECF-B730-F897A2104EC0}" dt="2025-07-02T13:46:48.019" v="90" actId="20577"/>
          <ac:spMkLst>
            <pc:docMk/>
            <pc:sldMk cId="1988054261" sldId="259"/>
            <ac:spMk id="2" creationId="{2996194C-5160-6CEF-0D1B-52A4FDF33F10}"/>
          </ac:spMkLst>
        </pc:spChg>
      </pc:sldChg>
      <pc:sldChg chg="modSp add mod">
        <pc:chgData name="Kim SAVAROCHE" userId="ad53b011-296a-44c4-b802-11cfb50d8a6c" providerId="ADAL" clId="{39103262-996F-4ECF-B730-F897A2104EC0}" dt="2025-07-02T13:46:54.739" v="96" actId="20577"/>
        <pc:sldMkLst>
          <pc:docMk/>
          <pc:sldMk cId="1033970835" sldId="260"/>
        </pc:sldMkLst>
        <pc:spChg chg="mod">
          <ac:chgData name="Kim SAVAROCHE" userId="ad53b011-296a-44c4-b802-11cfb50d8a6c" providerId="ADAL" clId="{39103262-996F-4ECF-B730-F897A2104EC0}" dt="2025-07-02T13:46:54.739" v="96" actId="20577"/>
          <ac:spMkLst>
            <pc:docMk/>
            <pc:sldMk cId="1033970835" sldId="260"/>
            <ac:spMk id="2" creationId="{2996194C-5160-6CEF-0D1B-52A4FDF33F10}"/>
          </ac:spMkLst>
        </pc:spChg>
      </pc:sldChg>
      <pc:sldChg chg="modSp add mod">
        <pc:chgData name="Kim SAVAROCHE" userId="ad53b011-296a-44c4-b802-11cfb50d8a6c" providerId="ADAL" clId="{39103262-996F-4ECF-B730-F897A2104EC0}" dt="2025-07-02T13:47:26.803" v="105" actId="20577"/>
        <pc:sldMkLst>
          <pc:docMk/>
          <pc:sldMk cId="3035008000" sldId="261"/>
        </pc:sldMkLst>
        <pc:spChg chg="mod">
          <ac:chgData name="Kim SAVAROCHE" userId="ad53b011-296a-44c4-b802-11cfb50d8a6c" providerId="ADAL" clId="{39103262-996F-4ECF-B730-F897A2104EC0}" dt="2025-07-02T13:47:26.803" v="105" actId="20577"/>
          <ac:spMkLst>
            <pc:docMk/>
            <pc:sldMk cId="3035008000" sldId="261"/>
            <ac:spMk id="2" creationId="{2996194C-5160-6CEF-0D1B-52A4FDF33F10}"/>
          </ac:spMkLst>
        </pc:spChg>
      </pc:sldChg>
      <pc:sldChg chg="modSp add mod">
        <pc:chgData name="Kim SAVAROCHE" userId="ad53b011-296a-44c4-b802-11cfb50d8a6c" providerId="ADAL" clId="{39103262-996F-4ECF-B730-F897A2104EC0}" dt="2025-07-02T13:47:37.511" v="122" actId="20577"/>
        <pc:sldMkLst>
          <pc:docMk/>
          <pc:sldMk cId="2817540003" sldId="262"/>
        </pc:sldMkLst>
        <pc:spChg chg="mod">
          <ac:chgData name="Kim SAVAROCHE" userId="ad53b011-296a-44c4-b802-11cfb50d8a6c" providerId="ADAL" clId="{39103262-996F-4ECF-B730-F897A2104EC0}" dt="2025-07-02T13:47:37.511" v="122" actId="20577"/>
          <ac:spMkLst>
            <pc:docMk/>
            <pc:sldMk cId="2817540003" sldId="262"/>
            <ac:spMk id="2" creationId="{2996194C-5160-6CEF-0D1B-52A4FDF33F10}"/>
          </ac:spMkLst>
        </pc:spChg>
      </pc:sldChg>
      <pc:sldChg chg="modSp add mod">
        <pc:chgData name="Kim SAVAROCHE" userId="ad53b011-296a-44c4-b802-11cfb50d8a6c" providerId="ADAL" clId="{39103262-996F-4ECF-B730-F897A2104EC0}" dt="2025-07-02T13:47:43.722" v="134" actId="20577"/>
        <pc:sldMkLst>
          <pc:docMk/>
          <pc:sldMk cId="2393350389" sldId="263"/>
        </pc:sldMkLst>
        <pc:spChg chg="mod">
          <ac:chgData name="Kim SAVAROCHE" userId="ad53b011-296a-44c4-b802-11cfb50d8a6c" providerId="ADAL" clId="{39103262-996F-4ECF-B730-F897A2104EC0}" dt="2025-07-02T13:47:43.722" v="134" actId="20577"/>
          <ac:spMkLst>
            <pc:docMk/>
            <pc:sldMk cId="2393350389" sldId="263"/>
            <ac:spMk id="2" creationId="{2996194C-5160-6CEF-0D1B-52A4FDF33F10}"/>
          </ac:spMkLst>
        </pc:spChg>
      </pc:sldChg>
    </pc:docChg>
  </pc:docChgLst>
  <pc:docChgLst>
    <pc:chgData name="Kim SAVAROCHE" userId="ad53b011-296a-44c4-b802-11cfb50d8a6c" providerId="ADAL" clId="{3BB8E569-2917-4B9D-854B-33D3F8EE7ADE}"/>
    <pc:docChg chg="undo redo custSel addSld delSld modSld sldOrd">
      <pc:chgData name="Kim SAVAROCHE" userId="ad53b011-296a-44c4-b802-11cfb50d8a6c" providerId="ADAL" clId="{3BB8E569-2917-4B9D-854B-33D3F8EE7ADE}" dt="2025-07-10T14:29:25.559" v="2771" actId="20577"/>
      <pc:docMkLst>
        <pc:docMk/>
      </pc:docMkLst>
      <pc:sldChg chg="modSp mod">
        <pc:chgData name="Kim SAVAROCHE" userId="ad53b011-296a-44c4-b802-11cfb50d8a6c" providerId="ADAL" clId="{3BB8E569-2917-4B9D-854B-33D3F8EE7ADE}" dt="2025-07-10T14:01:40.133" v="2321" actId="20577"/>
        <pc:sldMkLst>
          <pc:docMk/>
          <pc:sldMk cId="870570142" sldId="256"/>
        </pc:sldMkLst>
        <pc:spChg chg="mod">
          <ac:chgData name="Kim SAVAROCHE" userId="ad53b011-296a-44c4-b802-11cfb50d8a6c" providerId="ADAL" clId="{3BB8E569-2917-4B9D-854B-33D3F8EE7ADE}" dt="2025-07-10T12:41:39.324" v="12" actId="20577"/>
          <ac:spMkLst>
            <pc:docMk/>
            <pc:sldMk cId="870570142" sldId="256"/>
            <ac:spMk id="2" creationId="{293A04C8-047F-F39B-9914-B0718AB73CF5}"/>
          </ac:spMkLst>
        </pc:spChg>
        <pc:spChg chg="mod">
          <ac:chgData name="Kim SAVAROCHE" userId="ad53b011-296a-44c4-b802-11cfb50d8a6c" providerId="ADAL" clId="{3BB8E569-2917-4B9D-854B-33D3F8EE7ADE}" dt="2025-07-10T14:01:40.133" v="2321" actId="20577"/>
          <ac:spMkLst>
            <pc:docMk/>
            <pc:sldMk cId="870570142" sldId="256"/>
            <ac:spMk id="3" creationId="{64FF915D-9035-BB1D-5C71-0BEB84F6CFDE}"/>
          </ac:spMkLst>
        </pc:spChg>
      </pc:sldChg>
      <pc:sldChg chg="del">
        <pc:chgData name="Kim SAVAROCHE" userId="ad53b011-296a-44c4-b802-11cfb50d8a6c" providerId="ADAL" clId="{3BB8E569-2917-4B9D-854B-33D3F8EE7ADE}" dt="2025-07-10T12:41:35.485" v="0" actId="47"/>
        <pc:sldMkLst>
          <pc:docMk/>
          <pc:sldMk cId="553498036" sldId="257"/>
        </pc:sldMkLst>
      </pc:sldChg>
      <pc:sldChg chg="addSp modSp new mod">
        <pc:chgData name="Kim SAVAROCHE" userId="ad53b011-296a-44c4-b802-11cfb50d8a6c" providerId="ADAL" clId="{3BB8E569-2917-4B9D-854B-33D3F8EE7ADE}" dt="2025-07-10T14:18:57.623" v="2588" actId="113"/>
        <pc:sldMkLst>
          <pc:docMk/>
          <pc:sldMk cId="4220444160" sldId="257"/>
        </pc:sldMkLst>
        <pc:spChg chg="mod">
          <ac:chgData name="Kim SAVAROCHE" userId="ad53b011-296a-44c4-b802-11cfb50d8a6c" providerId="ADAL" clId="{3BB8E569-2917-4B9D-854B-33D3F8EE7ADE}" dt="2025-07-10T12:42:38.394" v="72" actId="20577"/>
          <ac:spMkLst>
            <pc:docMk/>
            <pc:sldMk cId="4220444160" sldId="257"/>
            <ac:spMk id="2" creationId="{6DA6B2CE-57EB-CD38-DBBE-A5BEE3A91CA0}"/>
          </ac:spMkLst>
        </pc:spChg>
        <pc:spChg chg="add mod">
          <ac:chgData name="Kim SAVAROCHE" userId="ad53b011-296a-44c4-b802-11cfb50d8a6c" providerId="ADAL" clId="{3BB8E569-2917-4B9D-854B-33D3F8EE7ADE}" dt="2025-07-10T14:18:57.623" v="2588" actId="113"/>
          <ac:spMkLst>
            <pc:docMk/>
            <pc:sldMk cId="4220444160" sldId="257"/>
            <ac:spMk id="3" creationId="{1D7D895B-7280-02F1-AE40-5C9CF32C5C83}"/>
          </ac:spMkLst>
        </pc:spChg>
        <pc:spChg chg="add mod">
          <ac:chgData name="Kim SAVAROCHE" userId="ad53b011-296a-44c4-b802-11cfb50d8a6c" providerId="ADAL" clId="{3BB8E569-2917-4B9D-854B-33D3F8EE7ADE}" dt="2025-07-10T12:55:08.950" v="92" actId="123"/>
          <ac:spMkLst>
            <pc:docMk/>
            <pc:sldMk cId="4220444160" sldId="257"/>
            <ac:spMk id="4" creationId="{FF64D589-FF7D-CC24-E7EC-21BD6D653063}"/>
          </ac:spMkLst>
        </pc:spChg>
        <pc:spChg chg="add mod">
          <ac:chgData name="Kim SAVAROCHE" userId="ad53b011-296a-44c4-b802-11cfb50d8a6c" providerId="ADAL" clId="{3BB8E569-2917-4B9D-854B-33D3F8EE7ADE}" dt="2025-07-10T14:18:35.154" v="2568" actId="1076"/>
          <ac:spMkLst>
            <pc:docMk/>
            <pc:sldMk cId="4220444160" sldId="257"/>
            <ac:spMk id="5" creationId="{A095343F-0BF8-DCB8-D4C8-9961F805EE8D}"/>
          </ac:spMkLst>
        </pc:spChg>
        <pc:spChg chg="add mod">
          <ac:chgData name="Kim SAVAROCHE" userId="ad53b011-296a-44c4-b802-11cfb50d8a6c" providerId="ADAL" clId="{3BB8E569-2917-4B9D-854B-33D3F8EE7ADE}" dt="2025-07-10T14:18:36.610" v="2569" actId="1076"/>
          <ac:spMkLst>
            <pc:docMk/>
            <pc:sldMk cId="4220444160" sldId="257"/>
            <ac:spMk id="6" creationId="{5A6BEFCA-9B55-9887-EE8B-598E857065C3}"/>
          </ac:spMkLst>
        </pc:spChg>
      </pc:sldChg>
      <pc:sldChg chg="del">
        <pc:chgData name="Kim SAVAROCHE" userId="ad53b011-296a-44c4-b802-11cfb50d8a6c" providerId="ADAL" clId="{3BB8E569-2917-4B9D-854B-33D3F8EE7ADE}" dt="2025-07-10T12:41:35.485" v="0" actId="47"/>
        <pc:sldMkLst>
          <pc:docMk/>
          <pc:sldMk cId="77679496" sldId="258"/>
        </pc:sldMkLst>
      </pc:sldChg>
      <pc:sldChg chg="addSp delSp modSp new mod">
        <pc:chgData name="Kim SAVAROCHE" userId="ad53b011-296a-44c4-b802-11cfb50d8a6c" providerId="ADAL" clId="{3BB8E569-2917-4B9D-854B-33D3F8EE7ADE}" dt="2025-07-10T14:08:18.735" v="2437" actId="20577"/>
        <pc:sldMkLst>
          <pc:docMk/>
          <pc:sldMk cId="1155451062" sldId="258"/>
        </pc:sldMkLst>
        <pc:spChg chg="mod">
          <ac:chgData name="Kim SAVAROCHE" userId="ad53b011-296a-44c4-b802-11cfb50d8a6c" providerId="ADAL" clId="{3BB8E569-2917-4B9D-854B-33D3F8EE7ADE}" dt="2025-07-10T13:23:16.440" v="811" actId="20577"/>
          <ac:spMkLst>
            <pc:docMk/>
            <pc:sldMk cId="1155451062" sldId="258"/>
            <ac:spMk id="2" creationId="{0A2D6AB6-FDD6-16CF-5E89-899AAB67A291}"/>
          </ac:spMkLst>
        </pc:spChg>
        <pc:spChg chg="add del mod">
          <ac:chgData name="Kim SAVAROCHE" userId="ad53b011-296a-44c4-b802-11cfb50d8a6c" providerId="ADAL" clId="{3BB8E569-2917-4B9D-854B-33D3F8EE7ADE}" dt="2025-07-10T13:30:47.713" v="1315"/>
          <ac:spMkLst>
            <pc:docMk/>
            <pc:sldMk cId="1155451062" sldId="258"/>
            <ac:spMk id="5" creationId="{97B35DDA-C3D8-387D-DF27-A8EDC888D412}"/>
          </ac:spMkLst>
        </pc:spChg>
        <pc:spChg chg="add del mod">
          <ac:chgData name="Kim SAVAROCHE" userId="ad53b011-296a-44c4-b802-11cfb50d8a6c" providerId="ADAL" clId="{3BB8E569-2917-4B9D-854B-33D3F8EE7ADE}" dt="2025-07-10T13:37:16.380" v="1687"/>
          <ac:spMkLst>
            <pc:docMk/>
            <pc:sldMk cId="1155451062" sldId="258"/>
            <ac:spMk id="6" creationId="{6C39B2BB-EDE9-089F-3482-876AEAB45929}"/>
          </ac:spMkLst>
        </pc:spChg>
        <pc:graphicFrameChg chg="add del mod modGraphic">
          <ac:chgData name="Kim SAVAROCHE" userId="ad53b011-296a-44c4-b802-11cfb50d8a6c" providerId="ADAL" clId="{3BB8E569-2917-4B9D-854B-33D3F8EE7ADE}" dt="2025-07-10T13:07:01.530" v="171" actId="478"/>
          <ac:graphicFrameMkLst>
            <pc:docMk/>
            <pc:sldMk cId="1155451062" sldId="258"/>
            <ac:graphicFrameMk id="3" creationId="{2FDBC3E9-BBCF-6E6F-3EC8-06A6CFAAE477}"/>
          </ac:graphicFrameMkLst>
        </pc:graphicFrameChg>
        <pc:graphicFrameChg chg="add mod modGraphic">
          <ac:chgData name="Kim SAVAROCHE" userId="ad53b011-296a-44c4-b802-11cfb50d8a6c" providerId="ADAL" clId="{3BB8E569-2917-4B9D-854B-33D3F8EE7ADE}" dt="2025-07-10T14:08:18.735" v="2437" actId="20577"/>
          <ac:graphicFrameMkLst>
            <pc:docMk/>
            <pc:sldMk cId="1155451062" sldId="258"/>
            <ac:graphicFrameMk id="4" creationId="{4A9EA2A7-7084-E3D2-AB1B-68907B617B95}"/>
          </ac:graphicFrameMkLst>
        </pc:graphicFrameChg>
      </pc:sldChg>
      <pc:sldChg chg="addSp delSp modSp add mod ord">
        <pc:chgData name="Kim SAVAROCHE" userId="ad53b011-296a-44c4-b802-11cfb50d8a6c" providerId="ADAL" clId="{3BB8E569-2917-4B9D-854B-33D3F8EE7ADE}" dt="2025-07-10T14:24:12.930" v="2674"/>
        <pc:sldMkLst>
          <pc:docMk/>
          <pc:sldMk cId="211949933" sldId="259"/>
        </pc:sldMkLst>
        <pc:spChg chg="mod">
          <ac:chgData name="Kim SAVAROCHE" userId="ad53b011-296a-44c4-b802-11cfb50d8a6c" providerId="ADAL" clId="{3BB8E569-2917-4B9D-854B-33D3F8EE7ADE}" dt="2025-07-10T14:21:55.433" v="2639"/>
          <ac:spMkLst>
            <pc:docMk/>
            <pc:sldMk cId="211949933" sldId="259"/>
            <ac:spMk id="2" creationId="{0A2D6AB6-FDD6-16CF-5E89-899AAB67A291}"/>
          </ac:spMkLst>
        </pc:spChg>
        <pc:spChg chg="add del mod">
          <ac:chgData name="Kim SAVAROCHE" userId="ad53b011-296a-44c4-b802-11cfb50d8a6c" providerId="ADAL" clId="{3BB8E569-2917-4B9D-854B-33D3F8EE7ADE}" dt="2025-07-10T14:14:16.419" v="2517" actId="478"/>
          <ac:spMkLst>
            <pc:docMk/>
            <pc:sldMk cId="211949933" sldId="259"/>
            <ac:spMk id="3" creationId="{C441F19E-0138-7C54-FA63-BFFC3E58508C}"/>
          </ac:spMkLst>
        </pc:spChg>
        <pc:spChg chg="add mod">
          <ac:chgData name="Kim SAVAROCHE" userId="ad53b011-296a-44c4-b802-11cfb50d8a6c" providerId="ADAL" clId="{3BB8E569-2917-4B9D-854B-33D3F8EE7ADE}" dt="2025-07-10T14:24:05.232" v="2670" actId="1076"/>
          <ac:spMkLst>
            <pc:docMk/>
            <pc:sldMk cId="211949933" sldId="259"/>
            <ac:spMk id="9" creationId="{5247882E-2EF4-C45C-D06C-D025639F6B5D}"/>
          </ac:spMkLst>
        </pc:spChg>
        <pc:graphicFrameChg chg="del">
          <ac:chgData name="Kim SAVAROCHE" userId="ad53b011-296a-44c4-b802-11cfb50d8a6c" providerId="ADAL" clId="{3BB8E569-2917-4B9D-854B-33D3F8EE7ADE}" dt="2025-07-10T13:31:23.086" v="1357" actId="478"/>
          <ac:graphicFrameMkLst>
            <pc:docMk/>
            <pc:sldMk cId="211949933" sldId="259"/>
            <ac:graphicFrameMk id="4" creationId="{4A9EA2A7-7084-E3D2-AB1B-68907B617B95}"/>
          </ac:graphicFrameMkLst>
        </pc:graphicFrameChg>
        <pc:graphicFrameChg chg="add del">
          <ac:chgData name="Kim SAVAROCHE" userId="ad53b011-296a-44c4-b802-11cfb50d8a6c" providerId="ADAL" clId="{3BB8E569-2917-4B9D-854B-33D3F8EE7ADE}" dt="2025-07-10T14:14:29.391" v="2519" actId="478"/>
          <ac:graphicFrameMkLst>
            <pc:docMk/>
            <pc:sldMk cId="211949933" sldId="259"/>
            <ac:graphicFrameMk id="5" creationId="{0F9CBEAA-DB44-07C2-DE9C-19F07000442F}"/>
          </ac:graphicFrameMkLst>
        </pc:graphicFrameChg>
        <pc:graphicFrameChg chg="add del mod modGraphic">
          <ac:chgData name="Kim SAVAROCHE" userId="ad53b011-296a-44c4-b802-11cfb50d8a6c" providerId="ADAL" clId="{3BB8E569-2917-4B9D-854B-33D3F8EE7ADE}" dt="2025-07-10T14:14:49.534" v="2523" actId="478"/>
          <ac:graphicFrameMkLst>
            <pc:docMk/>
            <pc:sldMk cId="211949933" sldId="259"/>
            <ac:graphicFrameMk id="6" creationId="{D59DE5F8-7C5E-F099-6773-2453234498E8}"/>
          </ac:graphicFrameMkLst>
        </pc:graphicFrameChg>
        <pc:graphicFrameChg chg="add del mod modGraphic">
          <ac:chgData name="Kim SAVAROCHE" userId="ad53b011-296a-44c4-b802-11cfb50d8a6c" providerId="ADAL" clId="{3BB8E569-2917-4B9D-854B-33D3F8EE7ADE}" dt="2025-07-10T14:21:19.831" v="2608" actId="478"/>
          <ac:graphicFrameMkLst>
            <pc:docMk/>
            <pc:sldMk cId="211949933" sldId="259"/>
            <ac:graphicFrameMk id="7" creationId="{2F79D9B9-6514-B382-8536-990016C8FB6A}"/>
          </ac:graphicFrameMkLst>
        </pc:graphicFrameChg>
        <pc:graphicFrameChg chg="add del mod modGraphic">
          <ac:chgData name="Kim SAVAROCHE" userId="ad53b011-296a-44c4-b802-11cfb50d8a6c" providerId="ADAL" clId="{3BB8E569-2917-4B9D-854B-33D3F8EE7ADE}" dt="2025-07-10T14:21:21.198" v="2609" actId="478"/>
          <ac:graphicFrameMkLst>
            <pc:docMk/>
            <pc:sldMk cId="211949933" sldId="259"/>
            <ac:graphicFrameMk id="8" creationId="{95FD8117-5D45-22A3-2589-DEEE7F7A555A}"/>
          </ac:graphicFrameMkLst>
        </pc:graphicFrameChg>
      </pc:sldChg>
      <pc:sldChg chg="del">
        <pc:chgData name="Kim SAVAROCHE" userId="ad53b011-296a-44c4-b802-11cfb50d8a6c" providerId="ADAL" clId="{3BB8E569-2917-4B9D-854B-33D3F8EE7ADE}" dt="2025-07-10T12:41:35.485" v="0" actId="47"/>
        <pc:sldMkLst>
          <pc:docMk/>
          <pc:sldMk cId="1988054261" sldId="259"/>
        </pc:sldMkLst>
      </pc:sldChg>
      <pc:sldChg chg="addSp delSp modSp add del mod">
        <pc:chgData name="Kim SAVAROCHE" userId="ad53b011-296a-44c4-b802-11cfb50d8a6c" providerId="ADAL" clId="{3BB8E569-2917-4B9D-854B-33D3F8EE7ADE}" dt="2025-07-10T14:07:55.750" v="2393" actId="47"/>
        <pc:sldMkLst>
          <pc:docMk/>
          <pc:sldMk cId="865232132" sldId="260"/>
        </pc:sldMkLst>
        <pc:spChg chg="mod">
          <ac:chgData name="Kim SAVAROCHE" userId="ad53b011-296a-44c4-b802-11cfb50d8a6c" providerId="ADAL" clId="{3BB8E569-2917-4B9D-854B-33D3F8EE7ADE}" dt="2025-07-10T13:48:55.669" v="2118" actId="20577"/>
          <ac:spMkLst>
            <pc:docMk/>
            <pc:sldMk cId="865232132" sldId="260"/>
            <ac:spMk id="2" creationId="{0A2D6AB6-FDD6-16CF-5E89-899AAB67A291}"/>
          </ac:spMkLst>
        </pc:spChg>
        <pc:spChg chg="del">
          <ac:chgData name="Kim SAVAROCHE" userId="ad53b011-296a-44c4-b802-11cfb50d8a6c" providerId="ADAL" clId="{3BB8E569-2917-4B9D-854B-33D3F8EE7ADE}" dt="2025-07-10T13:39:17.187" v="1698" actId="478"/>
          <ac:spMkLst>
            <pc:docMk/>
            <pc:sldMk cId="865232132" sldId="260"/>
            <ac:spMk id="3" creationId="{C441F19E-0138-7C54-FA63-BFFC3E58508C}"/>
          </ac:spMkLst>
        </pc:spChg>
        <pc:spChg chg="add mod">
          <ac:chgData name="Kim SAVAROCHE" userId="ad53b011-296a-44c4-b802-11cfb50d8a6c" providerId="ADAL" clId="{3BB8E569-2917-4B9D-854B-33D3F8EE7ADE}" dt="2025-07-10T13:51:23.068" v="2175" actId="1076"/>
          <ac:spMkLst>
            <pc:docMk/>
            <pc:sldMk cId="865232132" sldId="260"/>
            <ac:spMk id="9" creationId="{A6ED2589-1099-82E5-0280-783FFBD31294}"/>
          </ac:spMkLst>
        </pc:spChg>
        <pc:spChg chg="add mod">
          <ac:chgData name="Kim SAVAROCHE" userId="ad53b011-296a-44c4-b802-11cfb50d8a6c" providerId="ADAL" clId="{3BB8E569-2917-4B9D-854B-33D3F8EE7ADE}" dt="2025-07-10T13:51:57.809" v="2178" actId="1076"/>
          <ac:spMkLst>
            <pc:docMk/>
            <pc:sldMk cId="865232132" sldId="260"/>
            <ac:spMk id="10" creationId="{6252DF0E-2983-814D-693C-1F800EDFD8F0}"/>
          </ac:spMkLst>
        </pc:spChg>
        <pc:graphicFrameChg chg="add mod modGraphic">
          <ac:chgData name="Kim SAVAROCHE" userId="ad53b011-296a-44c4-b802-11cfb50d8a6c" providerId="ADAL" clId="{3BB8E569-2917-4B9D-854B-33D3F8EE7ADE}" dt="2025-07-10T13:41:39.741" v="1746" actId="122"/>
          <ac:graphicFrameMkLst>
            <pc:docMk/>
            <pc:sldMk cId="865232132" sldId="260"/>
            <ac:graphicFrameMk id="4" creationId="{4D96E9AB-9E8F-DD96-44E3-2B12E0E9D9DC}"/>
          </ac:graphicFrameMkLst>
        </pc:graphicFrameChg>
        <pc:picChg chg="add mod">
          <ac:chgData name="Kim SAVAROCHE" userId="ad53b011-296a-44c4-b802-11cfb50d8a6c" providerId="ADAL" clId="{3BB8E569-2917-4B9D-854B-33D3F8EE7ADE}" dt="2025-07-10T13:50:43" v="2129" actId="1076"/>
          <ac:picMkLst>
            <pc:docMk/>
            <pc:sldMk cId="865232132" sldId="260"/>
            <ac:picMk id="6" creationId="{B91C9EDE-79EB-92A3-687B-15B2599A1330}"/>
          </ac:picMkLst>
        </pc:picChg>
        <pc:picChg chg="add mod">
          <ac:chgData name="Kim SAVAROCHE" userId="ad53b011-296a-44c4-b802-11cfb50d8a6c" providerId="ADAL" clId="{3BB8E569-2917-4B9D-854B-33D3F8EE7ADE}" dt="2025-07-10T13:50:51.297" v="2133" actId="1076"/>
          <ac:picMkLst>
            <pc:docMk/>
            <pc:sldMk cId="865232132" sldId="260"/>
            <ac:picMk id="8" creationId="{D4D76289-769C-E8D6-3852-50C8C5507E5D}"/>
          </ac:picMkLst>
        </pc:picChg>
        <pc:picChg chg="add del mod">
          <ac:chgData name="Kim SAVAROCHE" userId="ad53b011-296a-44c4-b802-11cfb50d8a6c" providerId="ADAL" clId="{3BB8E569-2917-4B9D-854B-33D3F8EE7ADE}" dt="2025-07-10T13:52:03.256" v="2180"/>
          <ac:picMkLst>
            <pc:docMk/>
            <pc:sldMk cId="865232132" sldId="260"/>
            <ac:picMk id="11" creationId="{5869F184-C278-9538-BFF1-FDA85CAA9364}"/>
          </ac:picMkLst>
        </pc:picChg>
      </pc:sldChg>
      <pc:sldChg chg="del">
        <pc:chgData name="Kim SAVAROCHE" userId="ad53b011-296a-44c4-b802-11cfb50d8a6c" providerId="ADAL" clId="{3BB8E569-2917-4B9D-854B-33D3F8EE7ADE}" dt="2025-07-10T12:41:35.485" v="0" actId="47"/>
        <pc:sldMkLst>
          <pc:docMk/>
          <pc:sldMk cId="1033970835" sldId="260"/>
        </pc:sldMkLst>
      </pc:sldChg>
      <pc:sldChg chg="addSp delSp modSp new mod">
        <pc:chgData name="Kim SAVAROCHE" userId="ad53b011-296a-44c4-b802-11cfb50d8a6c" providerId="ADAL" clId="{3BB8E569-2917-4B9D-854B-33D3F8EE7ADE}" dt="2025-07-10T13:48:18.061" v="2082" actId="20577"/>
        <pc:sldMkLst>
          <pc:docMk/>
          <pc:sldMk cId="2425806839" sldId="261"/>
        </pc:sldMkLst>
        <pc:spChg chg="add mod">
          <ac:chgData name="Kim SAVAROCHE" userId="ad53b011-296a-44c4-b802-11cfb50d8a6c" providerId="ADAL" clId="{3BB8E569-2917-4B9D-854B-33D3F8EE7ADE}" dt="2025-07-10T13:44:13.285" v="1832" actId="20577"/>
          <ac:spMkLst>
            <pc:docMk/>
            <pc:sldMk cId="2425806839" sldId="261"/>
            <ac:spMk id="10" creationId="{BF367111-D499-29A7-CE14-0A354E90D560}"/>
          </ac:spMkLst>
        </pc:spChg>
        <pc:spChg chg="add mod">
          <ac:chgData name="Kim SAVAROCHE" userId="ad53b011-296a-44c4-b802-11cfb50d8a6c" providerId="ADAL" clId="{3BB8E569-2917-4B9D-854B-33D3F8EE7ADE}" dt="2025-07-10T13:48:09.964" v="2070" actId="20577"/>
          <ac:spMkLst>
            <pc:docMk/>
            <pc:sldMk cId="2425806839" sldId="261"/>
            <ac:spMk id="11" creationId="{B00B9297-BFCD-F1A6-A208-7D0B826A2F47}"/>
          </ac:spMkLst>
        </pc:spChg>
        <pc:spChg chg="add mod">
          <ac:chgData name="Kim SAVAROCHE" userId="ad53b011-296a-44c4-b802-11cfb50d8a6c" providerId="ADAL" clId="{3BB8E569-2917-4B9D-854B-33D3F8EE7ADE}" dt="2025-07-10T13:48:13.390" v="2076" actId="20577"/>
          <ac:spMkLst>
            <pc:docMk/>
            <pc:sldMk cId="2425806839" sldId="261"/>
            <ac:spMk id="12" creationId="{0ED5B093-1574-F669-E17E-8F2927A53E18}"/>
          </ac:spMkLst>
        </pc:spChg>
        <pc:spChg chg="add mod">
          <ac:chgData name="Kim SAVAROCHE" userId="ad53b011-296a-44c4-b802-11cfb50d8a6c" providerId="ADAL" clId="{3BB8E569-2917-4B9D-854B-33D3F8EE7ADE}" dt="2025-07-10T13:48:18.061" v="2082" actId="20577"/>
          <ac:spMkLst>
            <pc:docMk/>
            <pc:sldMk cId="2425806839" sldId="261"/>
            <ac:spMk id="13" creationId="{EDA24CC6-EE54-A1A6-DCF4-73B1D091F100}"/>
          </ac:spMkLst>
        </pc:spChg>
        <pc:picChg chg="add del mod">
          <ac:chgData name="Kim SAVAROCHE" userId="ad53b011-296a-44c4-b802-11cfb50d8a6c" providerId="ADAL" clId="{3BB8E569-2917-4B9D-854B-33D3F8EE7ADE}" dt="2025-07-10T13:42:54.493" v="1757" actId="478"/>
          <ac:picMkLst>
            <pc:docMk/>
            <pc:sldMk cId="2425806839" sldId="261"/>
            <ac:picMk id="3" creationId="{3ECCB7A7-16AA-F772-F563-7E13FADBFBAE}"/>
          </ac:picMkLst>
        </pc:picChg>
        <pc:picChg chg="add mod">
          <ac:chgData name="Kim SAVAROCHE" userId="ad53b011-296a-44c4-b802-11cfb50d8a6c" providerId="ADAL" clId="{3BB8E569-2917-4B9D-854B-33D3F8EE7ADE}" dt="2025-07-10T13:44:00.257" v="1808" actId="1076"/>
          <ac:picMkLst>
            <pc:docMk/>
            <pc:sldMk cId="2425806839" sldId="261"/>
            <ac:picMk id="5" creationId="{ED6BB822-2E79-769F-03A3-0D65138B27A2}"/>
          </ac:picMkLst>
        </pc:picChg>
        <pc:picChg chg="add mod">
          <ac:chgData name="Kim SAVAROCHE" userId="ad53b011-296a-44c4-b802-11cfb50d8a6c" providerId="ADAL" clId="{3BB8E569-2917-4B9D-854B-33D3F8EE7ADE}" dt="2025-07-10T13:44:03.786" v="1809" actId="1076"/>
          <ac:picMkLst>
            <pc:docMk/>
            <pc:sldMk cId="2425806839" sldId="261"/>
            <ac:picMk id="7" creationId="{8C9D7DC8-4699-F28E-3FC9-A22342968564}"/>
          </ac:picMkLst>
        </pc:picChg>
        <pc:picChg chg="add mod">
          <ac:chgData name="Kim SAVAROCHE" userId="ad53b011-296a-44c4-b802-11cfb50d8a6c" providerId="ADAL" clId="{3BB8E569-2917-4B9D-854B-33D3F8EE7ADE}" dt="2025-07-10T13:43:58.201" v="1807" actId="1076"/>
          <ac:picMkLst>
            <pc:docMk/>
            <pc:sldMk cId="2425806839" sldId="261"/>
            <ac:picMk id="9" creationId="{4379439B-FD45-B8D4-AD04-91C8B1D1496F}"/>
          </ac:picMkLst>
        </pc:picChg>
      </pc:sldChg>
      <pc:sldChg chg="del">
        <pc:chgData name="Kim SAVAROCHE" userId="ad53b011-296a-44c4-b802-11cfb50d8a6c" providerId="ADAL" clId="{3BB8E569-2917-4B9D-854B-33D3F8EE7ADE}" dt="2025-07-10T12:41:35.485" v="0" actId="47"/>
        <pc:sldMkLst>
          <pc:docMk/>
          <pc:sldMk cId="3035008000" sldId="261"/>
        </pc:sldMkLst>
      </pc:sldChg>
      <pc:sldChg chg="addSp delSp modSp add mod">
        <pc:chgData name="Kim SAVAROCHE" userId="ad53b011-296a-44c4-b802-11cfb50d8a6c" providerId="ADAL" clId="{3BB8E569-2917-4B9D-854B-33D3F8EE7ADE}" dt="2025-07-10T14:29:25.559" v="2771" actId="20577"/>
        <pc:sldMkLst>
          <pc:docMk/>
          <pc:sldMk cId="2020244249" sldId="262"/>
        </pc:sldMkLst>
        <pc:spChg chg="add mod">
          <ac:chgData name="Kim SAVAROCHE" userId="ad53b011-296a-44c4-b802-11cfb50d8a6c" providerId="ADAL" clId="{3BB8E569-2917-4B9D-854B-33D3F8EE7ADE}" dt="2025-07-10T14:12:06.886" v="2478" actId="14100"/>
          <ac:spMkLst>
            <pc:docMk/>
            <pc:sldMk cId="2020244249" sldId="262"/>
            <ac:spMk id="3" creationId="{8239AAE5-03F8-67C0-FF44-0468516E45C6}"/>
          </ac:spMkLst>
        </pc:spChg>
        <pc:spChg chg="add mod">
          <ac:chgData name="Kim SAVAROCHE" userId="ad53b011-296a-44c4-b802-11cfb50d8a6c" providerId="ADAL" clId="{3BB8E569-2917-4B9D-854B-33D3F8EE7ADE}" dt="2025-07-10T14:29:21.077" v="2759" actId="14100"/>
          <ac:spMkLst>
            <pc:docMk/>
            <pc:sldMk cId="2020244249" sldId="262"/>
            <ac:spMk id="5" creationId="{B4B002DD-4D57-F90E-5DBA-8D95C03273C9}"/>
          </ac:spMkLst>
        </pc:spChg>
        <pc:spChg chg="del">
          <ac:chgData name="Kim SAVAROCHE" userId="ad53b011-296a-44c4-b802-11cfb50d8a6c" providerId="ADAL" clId="{3BB8E569-2917-4B9D-854B-33D3F8EE7ADE}" dt="2025-07-10T13:53:33.388" v="2185" actId="478"/>
          <ac:spMkLst>
            <pc:docMk/>
            <pc:sldMk cId="2020244249" sldId="262"/>
            <ac:spMk id="9" creationId="{A6ED2589-1099-82E5-0280-783FFBD31294}"/>
          </ac:spMkLst>
        </pc:spChg>
        <pc:spChg chg="del">
          <ac:chgData name="Kim SAVAROCHE" userId="ad53b011-296a-44c4-b802-11cfb50d8a6c" providerId="ADAL" clId="{3BB8E569-2917-4B9D-854B-33D3F8EE7ADE}" dt="2025-07-10T13:53:30.703" v="2182" actId="478"/>
          <ac:spMkLst>
            <pc:docMk/>
            <pc:sldMk cId="2020244249" sldId="262"/>
            <ac:spMk id="10" creationId="{6252DF0E-2983-814D-693C-1F800EDFD8F0}"/>
          </ac:spMkLst>
        </pc:spChg>
        <pc:spChg chg="add del mod">
          <ac:chgData name="Kim SAVAROCHE" userId="ad53b011-296a-44c4-b802-11cfb50d8a6c" providerId="ADAL" clId="{3BB8E569-2917-4B9D-854B-33D3F8EE7ADE}" dt="2025-07-10T14:02:27.259" v="2323" actId="478"/>
          <ac:spMkLst>
            <pc:docMk/>
            <pc:sldMk cId="2020244249" sldId="262"/>
            <ac:spMk id="12" creationId="{8ACC15A9-4ADD-C729-ED7D-1A304A40D0C6}"/>
          </ac:spMkLst>
        </pc:spChg>
        <pc:spChg chg="add mod">
          <ac:chgData name="Kim SAVAROCHE" userId="ad53b011-296a-44c4-b802-11cfb50d8a6c" providerId="ADAL" clId="{3BB8E569-2917-4B9D-854B-33D3F8EE7ADE}" dt="2025-07-10T14:09:48.662" v="2457" actId="14100"/>
          <ac:spMkLst>
            <pc:docMk/>
            <pc:sldMk cId="2020244249" sldId="262"/>
            <ac:spMk id="13" creationId="{974A71DE-C1C0-3601-984A-FCBC6D3F681A}"/>
          </ac:spMkLst>
        </pc:spChg>
        <pc:spChg chg="add mod">
          <ac:chgData name="Kim SAVAROCHE" userId="ad53b011-296a-44c4-b802-11cfb50d8a6c" providerId="ADAL" clId="{3BB8E569-2917-4B9D-854B-33D3F8EE7ADE}" dt="2025-07-10T14:10:07.959" v="2463" actId="1076"/>
          <ac:spMkLst>
            <pc:docMk/>
            <pc:sldMk cId="2020244249" sldId="262"/>
            <ac:spMk id="14" creationId="{57FDC11C-CFB9-78B9-FEA0-29F8B4CB5C71}"/>
          </ac:spMkLst>
        </pc:spChg>
        <pc:spChg chg="add mod">
          <ac:chgData name="Kim SAVAROCHE" userId="ad53b011-296a-44c4-b802-11cfb50d8a6c" providerId="ADAL" clId="{3BB8E569-2917-4B9D-854B-33D3F8EE7ADE}" dt="2025-07-10T14:10:53.636" v="2469" actId="1076"/>
          <ac:spMkLst>
            <pc:docMk/>
            <pc:sldMk cId="2020244249" sldId="262"/>
            <ac:spMk id="15" creationId="{82662892-537A-301B-B246-7E0DC312BF13}"/>
          </ac:spMkLst>
        </pc:spChg>
        <pc:spChg chg="add mod">
          <ac:chgData name="Kim SAVAROCHE" userId="ad53b011-296a-44c4-b802-11cfb50d8a6c" providerId="ADAL" clId="{3BB8E569-2917-4B9D-854B-33D3F8EE7ADE}" dt="2025-07-10T14:10:28.586" v="2465" actId="14100"/>
          <ac:spMkLst>
            <pc:docMk/>
            <pc:sldMk cId="2020244249" sldId="262"/>
            <ac:spMk id="16" creationId="{2D9B62BD-B332-D5DB-DAA3-5E5F13ED4039}"/>
          </ac:spMkLst>
        </pc:spChg>
        <pc:spChg chg="add mod">
          <ac:chgData name="Kim SAVAROCHE" userId="ad53b011-296a-44c4-b802-11cfb50d8a6c" providerId="ADAL" clId="{3BB8E569-2917-4B9D-854B-33D3F8EE7ADE}" dt="2025-07-10T14:12:01.492" v="2476" actId="14100"/>
          <ac:spMkLst>
            <pc:docMk/>
            <pc:sldMk cId="2020244249" sldId="262"/>
            <ac:spMk id="17" creationId="{6A3F2C13-C0B5-D69E-4D1B-CE6BA2D796BF}"/>
          </ac:spMkLst>
        </pc:spChg>
        <pc:spChg chg="add mod">
          <ac:chgData name="Kim SAVAROCHE" userId="ad53b011-296a-44c4-b802-11cfb50d8a6c" providerId="ADAL" clId="{3BB8E569-2917-4B9D-854B-33D3F8EE7ADE}" dt="2025-07-10T14:07:12.730" v="2386" actId="13822"/>
          <ac:spMkLst>
            <pc:docMk/>
            <pc:sldMk cId="2020244249" sldId="262"/>
            <ac:spMk id="18" creationId="{ECB6E03E-C350-3F09-2BCE-C1037EC560BB}"/>
          </ac:spMkLst>
        </pc:spChg>
        <pc:spChg chg="add mod">
          <ac:chgData name="Kim SAVAROCHE" userId="ad53b011-296a-44c4-b802-11cfb50d8a6c" providerId="ADAL" clId="{3BB8E569-2917-4B9D-854B-33D3F8EE7ADE}" dt="2025-07-10T14:12:03.260" v="2477" actId="14100"/>
          <ac:spMkLst>
            <pc:docMk/>
            <pc:sldMk cId="2020244249" sldId="262"/>
            <ac:spMk id="19" creationId="{653CFE1D-880A-56E3-2ED2-8E97EDCC1437}"/>
          </ac:spMkLst>
        </pc:spChg>
        <pc:spChg chg="add mod">
          <ac:chgData name="Kim SAVAROCHE" userId="ad53b011-296a-44c4-b802-11cfb50d8a6c" providerId="ADAL" clId="{3BB8E569-2917-4B9D-854B-33D3F8EE7ADE}" dt="2025-07-10T14:12:24.820" v="2516" actId="1037"/>
          <ac:spMkLst>
            <pc:docMk/>
            <pc:sldMk cId="2020244249" sldId="262"/>
            <ac:spMk id="20" creationId="{0CE469A0-D6E8-442B-4428-DF5E55730BBD}"/>
          </ac:spMkLst>
        </pc:spChg>
        <pc:spChg chg="add mod">
          <ac:chgData name="Kim SAVAROCHE" userId="ad53b011-296a-44c4-b802-11cfb50d8a6c" providerId="ADAL" clId="{3BB8E569-2917-4B9D-854B-33D3F8EE7ADE}" dt="2025-07-10T14:29:12.099" v="2756" actId="14100"/>
          <ac:spMkLst>
            <pc:docMk/>
            <pc:sldMk cId="2020244249" sldId="262"/>
            <ac:spMk id="21" creationId="{189689CA-0334-4344-EAFF-83031920A0E4}"/>
          </ac:spMkLst>
        </pc:spChg>
        <pc:spChg chg="add mod">
          <ac:chgData name="Kim SAVAROCHE" userId="ad53b011-296a-44c4-b802-11cfb50d8a6c" providerId="ADAL" clId="{3BB8E569-2917-4B9D-854B-33D3F8EE7ADE}" dt="2025-07-10T14:12:24.820" v="2516" actId="1037"/>
          <ac:spMkLst>
            <pc:docMk/>
            <pc:sldMk cId="2020244249" sldId="262"/>
            <ac:spMk id="22" creationId="{505A18E4-CEC3-F10C-B22F-70C7CBB4149E}"/>
          </ac:spMkLst>
        </pc:spChg>
        <pc:spChg chg="add mod">
          <ac:chgData name="Kim SAVAROCHE" userId="ad53b011-296a-44c4-b802-11cfb50d8a6c" providerId="ADAL" clId="{3BB8E569-2917-4B9D-854B-33D3F8EE7ADE}" dt="2025-07-10T14:29:14.339" v="2757" actId="14100"/>
          <ac:spMkLst>
            <pc:docMk/>
            <pc:sldMk cId="2020244249" sldId="262"/>
            <ac:spMk id="23" creationId="{F5FA11ED-F8C7-A404-0D36-83DDCAC4CF6D}"/>
          </ac:spMkLst>
        </pc:spChg>
        <pc:spChg chg="add del mod">
          <ac:chgData name="Kim SAVAROCHE" userId="ad53b011-296a-44c4-b802-11cfb50d8a6c" providerId="ADAL" clId="{3BB8E569-2917-4B9D-854B-33D3F8EE7ADE}" dt="2025-07-10T14:10:33.210" v="2467" actId="478"/>
          <ac:spMkLst>
            <pc:docMk/>
            <pc:sldMk cId="2020244249" sldId="262"/>
            <ac:spMk id="24" creationId="{1D2117FC-074F-9738-6685-F32CD1CD531D}"/>
          </ac:spMkLst>
        </pc:spChg>
        <pc:spChg chg="add mod">
          <ac:chgData name="Kim SAVAROCHE" userId="ad53b011-296a-44c4-b802-11cfb50d8a6c" providerId="ADAL" clId="{3BB8E569-2917-4B9D-854B-33D3F8EE7ADE}" dt="2025-07-10T14:11:24.016" v="2474" actId="14100"/>
          <ac:spMkLst>
            <pc:docMk/>
            <pc:sldMk cId="2020244249" sldId="262"/>
            <ac:spMk id="25" creationId="{A1FE9AAE-2015-B522-9C41-CA18F50F8F8B}"/>
          </ac:spMkLst>
        </pc:spChg>
        <pc:spChg chg="add mod">
          <ac:chgData name="Kim SAVAROCHE" userId="ad53b011-296a-44c4-b802-11cfb50d8a6c" providerId="ADAL" clId="{3BB8E569-2917-4B9D-854B-33D3F8EE7ADE}" dt="2025-07-10T14:29:25.559" v="2771" actId="20577"/>
          <ac:spMkLst>
            <pc:docMk/>
            <pc:sldMk cId="2020244249" sldId="262"/>
            <ac:spMk id="26" creationId="{2F2094FE-24B2-47CC-1826-50955853BDEE}"/>
          </ac:spMkLst>
        </pc:spChg>
        <pc:graphicFrameChg chg="del">
          <ac:chgData name="Kim SAVAROCHE" userId="ad53b011-296a-44c4-b802-11cfb50d8a6c" providerId="ADAL" clId="{3BB8E569-2917-4B9D-854B-33D3F8EE7ADE}" dt="2025-07-10T13:53:35.091" v="2186" actId="478"/>
          <ac:graphicFrameMkLst>
            <pc:docMk/>
            <pc:sldMk cId="2020244249" sldId="262"/>
            <ac:graphicFrameMk id="4" creationId="{4D96E9AB-9E8F-DD96-44E3-2B12E0E9D9DC}"/>
          </ac:graphicFrameMkLst>
        </pc:graphicFrameChg>
        <pc:picChg chg="del">
          <ac:chgData name="Kim SAVAROCHE" userId="ad53b011-296a-44c4-b802-11cfb50d8a6c" providerId="ADAL" clId="{3BB8E569-2917-4B9D-854B-33D3F8EE7ADE}" dt="2025-07-10T13:53:31.539" v="2184" actId="478"/>
          <ac:picMkLst>
            <pc:docMk/>
            <pc:sldMk cId="2020244249" sldId="262"/>
            <ac:picMk id="6" creationId="{B91C9EDE-79EB-92A3-687B-15B2599A1330}"/>
          </ac:picMkLst>
        </pc:picChg>
        <pc:picChg chg="del">
          <ac:chgData name="Kim SAVAROCHE" userId="ad53b011-296a-44c4-b802-11cfb50d8a6c" providerId="ADAL" clId="{3BB8E569-2917-4B9D-854B-33D3F8EE7ADE}" dt="2025-07-10T13:53:31.155" v="2183" actId="478"/>
          <ac:picMkLst>
            <pc:docMk/>
            <pc:sldMk cId="2020244249" sldId="262"/>
            <ac:picMk id="8" creationId="{D4D76289-769C-E8D6-3852-50C8C5507E5D}"/>
          </ac:picMkLst>
        </pc:picChg>
        <pc:cxnChg chg="add mod">
          <ac:chgData name="Kim SAVAROCHE" userId="ad53b011-296a-44c4-b802-11cfb50d8a6c" providerId="ADAL" clId="{3BB8E569-2917-4B9D-854B-33D3F8EE7ADE}" dt="2025-07-10T14:12:14.830" v="2481" actId="1076"/>
          <ac:cxnSpMkLst>
            <pc:docMk/>
            <pc:sldMk cId="2020244249" sldId="262"/>
            <ac:cxnSpMk id="11" creationId="{EC6515B3-4FC9-6627-9396-CEB7272FE25C}"/>
          </ac:cxnSpMkLst>
        </pc:cxnChg>
      </pc:sldChg>
      <pc:sldChg chg="addSp delSp modSp new del mod">
        <pc:chgData name="Kim SAVAROCHE" userId="ad53b011-296a-44c4-b802-11cfb50d8a6c" providerId="ADAL" clId="{3BB8E569-2917-4B9D-854B-33D3F8EE7ADE}" dt="2025-07-10T13:59:40.170" v="2232" actId="47"/>
        <pc:sldMkLst>
          <pc:docMk/>
          <pc:sldMk cId="349616818" sldId="263"/>
        </pc:sldMkLst>
        <pc:spChg chg="add mod">
          <ac:chgData name="Kim SAVAROCHE" userId="ad53b011-296a-44c4-b802-11cfb50d8a6c" providerId="ADAL" clId="{3BB8E569-2917-4B9D-854B-33D3F8EE7ADE}" dt="2025-07-10T13:56:33.775" v="2190"/>
          <ac:spMkLst>
            <pc:docMk/>
            <pc:sldMk cId="349616818" sldId="263"/>
            <ac:spMk id="4" creationId="{4EC574AF-358A-EF02-185F-E2BB7828FB94}"/>
          </ac:spMkLst>
        </pc:spChg>
        <pc:graphicFrameChg chg="add del mod modGraphic">
          <ac:chgData name="Kim SAVAROCHE" userId="ad53b011-296a-44c4-b802-11cfb50d8a6c" providerId="ADAL" clId="{3BB8E569-2917-4B9D-854B-33D3F8EE7ADE}" dt="2025-07-10T13:59:38.391" v="2231" actId="478"/>
          <ac:graphicFrameMkLst>
            <pc:docMk/>
            <pc:sldMk cId="349616818" sldId="263"/>
            <ac:graphicFrameMk id="3" creationId="{22BA751E-8A39-8784-4932-197CA33816F3}"/>
          </ac:graphicFrameMkLst>
        </pc:graphicFrameChg>
      </pc:sldChg>
      <pc:sldChg chg="del">
        <pc:chgData name="Kim SAVAROCHE" userId="ad53b011-296a-44c4-b802-11cfb50d8a6c" providerId="ADAL" clId="{3BB8E569-2917-4B9D-854B-33D3F8EE7ADE}" dt="2025-07-10T12:41:35.485" v="0" actId="47"/>
        <pc:sldMkLst>
          <pc:docMk/>
          <pc:sldMk cId="2393350389" sldId="263"/>
        </pc:sldMkLst>
      </pc:sldChg>
      <pc:sldChg chg="modSp add mod">
        <pc:chgData name="Kim SAVAROCHE" userId="ad53b011-296a-44c4-b802-11cfb50d8a6c" providerId="ADAL" clId="{3BB8E569-2917-4B9D-854B-33D3F8EE7ADE}" dt="2025-07-10T14:25:08.445" v="2699" actId="1035"/>
        <pc:sldMkLst>
          <pc:docMk/>
          <pc:sldMk cId="3306204365" sldId="263"/>
        </pc:sldMkLst>
        <pc:spChg chg="mod">
          <ac:chgData name="Kim SAVAROCHE" userId="ad53b011-296a-44c4-b802-11cfb50d8a6c" providerId="ADAL" clId="{3BB8E569-2917-4B9D-854B-33D3F8EE7ADE}" dt="2025-07-10T14:21:45.285" v="2634" actId="20577"/>
          <ac:spMkLst>
            <pc:docMk/>
            <pc:sldMk cId="3306204365" sldId="263"/>
            <ac:spMk id="2" creationId="{0A2D6AB6-FDD6-16CF-5E89-899AAB67A291}"/>
          </ac:spMkLst>
        </pc:spChg>
        <pc:graphicFrameChg chg="mod modGraphic">
          <ac:chgData name="Kim SAVAROCHE" userId="ad53b011-296a-44c4-b802-11cfb50d8a6c" providerId="ADAL" clId="{3BB8E569-2917-4B9D-854B-33D3F8EE7ADE}" dt="2025-07-10T14:25:08.445" v="2699" actId="1035"/>
          <ac:graphicFrameMkLst>
            <pc:docMk/>
            <pc:sldMk cId="3306204365" sldId="263"/>
            <ac:graphicFrameMk id="7" creationId="{2F79D9B9-6514-B382-8536-990016C8FB6A}"/>
          </ac:graphicFrameMkLst>
        </pc:graphicFrameChg>
        <pc:graphicFrameChg chg="mod modGraphic">
          <ac:chgData name="Kim SAVAROCHE" userId="ad53b011-296a-44c4-b802-11cfb50d8a6c" providerId="ADAL" clId="{3BB8E569-2917-4B9D-854B-33D3F8EE7ADE}" dt="2025-07-10T14:25:08.445" v="2699" actId="1035"/>
          <ac:graphicFrameMkLst>
            <pc:docMk/>
            <pc:sldMk cId="3306204365" sldId="263"/>
            <ac:graphicFrameMk id="8" creationId="{95FD8117-5D45-22A3-2589-DEEE7F7A555A}"/>
          </ac:graphicFrameMkLst>
        </pc:graphicFrameChg>
      </pc:sldChg>
      <pc:sldChg chg="del">
        <pc:chgData name="Kim SAVAROCHE" userId="ad53b011-296a-44c4-b802-11cfb50d8a6c" providerId="ADAL" clId="{3BB8E569-2917-4B9D-854B-33D3F8EE7ADE}" dt="2025-07-10T12:41:35.485" v="0" actId="47"/>
        <pc:sldMkLst>
          <pc:docMk/>
          <pc:sldMk cId="2397496294" sldId="264"/>
        </pc:sldMkLst>
      </pc:sldChg>
    </pc:docChg>
  </pc:docChgLst>
  <pc:docChgLst>
    <pc:chgData name="Kim SAVAROCHE" userId="ad53b011-296a-44c4-b802-11cfb50d8a6c" providerId="ADAL" clId="{F75B388B-AB3B-467A-A556-E223F3FAD3DD}"/>
    <pc:docChg chg="undo custSel addSld delSld modSld addMainMaster delMainMaster modMainMaster">
      <pc:chgData name="Kim SAVAROCHE" userId="ad53b011-296a-44c4-b802-11cfb50d8a6c" providerId="ADAL" clId="{F75B388B-AB3B-467A-A556-E223F3FAD3DD}" dt="2025-07-03T17:29:29.198" v="1415" actId="1076"/>
      <pc:docMkLst>
        <pc:docMk/>
      </pc:docMkLst>
      <pc:sldChg chg="addSp delSp modSp mod">
        <pc:chgData name="Kim SAVAROCHE" userId="ad53b011-296a-44c4-b802-11cfb50d8a6c" providerId="ADAL" clId="{F75B388B-AB3B-467A-A556-E223F3FAD3DD}" dt="2025-07-03T15:13:01.561" v="1163" actId="207"/>
        <pc:sldMkLst>
          <pc:docMk/>
          <pc:sldMk cId="553498036" sldId="257"/>
        </pc:sldMkLst>
        <pc:spChg chg="mod">
          <ac:chgData name="Kim SAVAROCHE" userId="ad53b011-296a-44c4-b802-11cfb50d8a6c" providerId="ADAL" clId="{F75B388B-AB3B-467A-A556-E223F3FAD3DD}" dt="2025-07-03T15:13:01.561" v="1163" actId="207"/>
          <ac:spMkLst>
            <pc:docMk/>
            <pc:sldMk cId="553498036" sldId="257"/>
            <ac:spMk id="3" creationId="{48E4B5E4-2377-5442-D025-1A292979E5FB}"/>
          </ac:spMkLst>
        </pc:spChg>
        <pc:spChg chg="mod">
          <ac:chgData name="Kim SAVAROCHE" userId="ad53b011-296a-44c4-b802-11cfb50d8a6c" providerId="ADAL" clId="{F75B388B-AB3B-467A-A556-E223F3FAD3DD}" dt="2025-07-02T14:15:36.267" v="92"/>
          <ac:spMkLst>
            <pc:docMk/>
            <pc:sldMk cId="553498036" sldId="257"/>
            <ac:spMk id="5" creationId="{AA3C46FD-C379-035B-118D-9017F87BF460}"/>
          </ac:spMkLst>
        </pc:spChg>
        <pc:spChg chg="mod">
          <ac:chgData name="Kim SAVAROCHE" userId="ad53b011-296a-44c4-b802-11cfb50d8a6c" providerId="ADAL" clId="{F75B388B-AB3B-467A-A556-E223F3FAD3DD}" dt="2025-07-02T14:20:43.147" v="142" actId="20577"/>
          <ac:spMkLst>
            <pc:docMk/>
            <pc:sldMk cId="553498036" sldId="257"/>
            <ac:spMk id="6" creationId="{047D30CC-6F6F-1DCA-B15C-F05493478DCF}"/>
          </ac:spMkLst>
        </pc:spChg>
        <pc:spChg chg="mod">
          <ac:chgData name="Kim SAVAROCHE" userId="ad53b011-296a-44c4-b802-11cfb50d8a6c" providerId="ADAL" clId="{F75B388B-AB3B-467A-A556-E223F3FAD3DD}" dt="2025-07-02T14:15:36.267" v="92"/>
          <ac:spMkLst>
            <pc:docMk/>
            <pc:sldMk cId="553498036" sldId="257"/>
            <ac:spMk id="7" creationId="{D318346D-2875-4DD6-7B50-3022E9873130}"/>
          </ac:spMkLst>
        </pc:spChg>
        <pc:spChg chg="mod">
          <ac:chgData name="Kim SAVAROCHE" userId="ad53b011-296a-44c4-b802-11cfb50d8a6c" providerId="ADAL" clId="{F75B388B-AB3B-467A-A556-E223F3FAD3DD}" dt="2025-07-02T14:15:36.267" v="92"/>
          <ac:spMkLst>
            <pc:docMk/>
            <pc:sldMk cId="553498036" sldId="257"/>
            <ac:spMk id="10" creationId="{C2C05B90-4D41-13C5-1751-8448EE8A5347}"/>
          </ac:spMkLst>
        </pc:spChg>
        <pc:spChg chg="mod">
          <ac:chgData name="Kim SAVAROCHE" userId="ad53b011-296a-44c4-b802-11cfb50d8a6c" providerId="ADAL" clId="{F75B388B-AB3B-467A-A556-E223F3FAD3DD}" dt="2025-07-02T14:21:37.339" v="178" actId="20577"/>
          <ac:spMkLst>
            <pc:docMk/>
            <pc:sldMk cId="553498036" sldId="257"/>
            <ac:spMk id="11" creationId="{29E6302C-03E9-FAC2-AB0A-7894423DEFF1}"/>
          </ac:spMkLst>
        </pc:spChg>
        <pc:spChg chg="mod">
          <ac:chgData name="Kim SAVAROCHE" userId="ad53b011-296a-44c4-b802-11cfb50d8a6c" providerId="ADAL" clId="{F75B388B-AB3B-467A-A556-E223F3FAD3DD}" dt="2025-07-02T14:21:48.473" v="186" actId="20577"/>
          <ac:spMkLst>
            <pc:docMk/>
            <pc:sldMk cId="553498036" sldId="257"/>
            <ac:spMk id="12" creationId="{F72CB237-94EA-A0BD-0CFD-1E5F0C013008}"/>
          </ac:spMkLst>
        </pc:spChg>
        <pc:spChg chg="mod">
          <ac:chgData name="Kim SAVAROCHE" userId="ad53b011-296a-44c4-b802-11cfb50d8a6c" providerId="ADAL" clId="{F75B388B-AB3B-467A-A556-E223F3FAD3DD}" dt="2025-07-02T14:22:57.343" v="212" actId="20577"/>
          <ac:spMkLst>
            <pc:docMk/>
            <pc:sldMk cId="553498036" sldId="257"/>
            <ac:spMk id="16" creationId="{EC2C26A1-BCFE-A59C-D6EE-6EB82CE9F29B}"/>
          </ac:spMkLst>
        </pc:spChg>
        <pc:spChg chg="del mod">
          <ac:chgData name="Kim SAVAROCHE" userId="ad53b011-296a-44c4-b802-11cfb50d8a6c" providerId="ADAL" clId="{F75B388B-AB3B-467A-A556-E223F3FAD3DD}" dt="2025-07-02T14:21:09.263" v="143" actId="478"/>
          <ac:spMkLst>
            <pc:docMk/>
            <pc:sldMk cId="553498036" sldId="257"/>
            <ac:spMk id="17" creationId="{08A5FE0B-2F45-6258-B76D-7FF6C887C457}"/>
          </ac:spMkLst>
        </pc:spChg>
        <pc:spChg chg="mod">
          <ac:chgData name="Kim SAVAROCHE" userId="ad53b011-296a-44c4-b802-11cfb50d8a6c" providerId="ADAL" clId="{F75B388B-AB3B-467A-A556-E223F3FAD3DD}" dt="2025-07-02T14:15:36.267" v="92"/>
          <ac:spMkLst>
            <pc:docMk/>
            <pc:sldMk cId="553498036" sldId="257"/>
            <ac:spMk id="18" creationId="{BD0E61D4-F724-40C1-2D47-CAF621D2BECB}"/>
          </ac:spMkLst>
        </pc:spChg>
        <pc:spChg chg="mod">
          <ac:chgData name="Kim SAVAROCHE" userId="ad53b011-296a-44c4-b802-11cfb50d8a6c" providerId="ADAL" clId="{F75B388B-AB3B-467A-A556-E223F3FAD3DD}" dt="2025-07-02T14:15:36.267" v="92"/>
          <ac:spMkLst>
            <pc:docMk/>
            <pc:sldMk cId="553498036" sldId="257"/>
            <ac:spMk id="19" creationId="{B75FE09E-2191-ADC7-2934-CBA4CA2BC04A}"/>
          </ac:spMkLst>
        </pc:spChg>
        <pc:spChg chg="mod">
          <ac:chgData name="Kim SAVAROCHE" userId="ad53b011-296a-44c4-b802-11cfb50d8a6c" providerId="ADAL" clId="{F75B388B-AB3B-467A-A556-E223F3FAD3DD}" dt="2025-07-02T14:23:35.645" v="219" actId="20577"/>
          <ac:spMkLst>
            <pc:docMk/>
            <pc:sldMk cId="553498036" sldId="257"/>
            <ac:spMk id="22" creationId="{5BF111BD-E21F-3B09-63F7-D194127A46F2}"/>
          </ac:spMkLst>
        </pc:spChg>
        <pc:spChg chg="mod">
          <ac:chgData name="Kim SAVAROCHE" userId="ad53b011-296a-44c4-b802-11cfb50d8a6c" providerId="ADAL" clId="{F75B388B-AB3B-467A-A556-E223F3FAD3DD}" dt="2025-07-02T14:23:44.501" v="223" actId="20577"/>
          <ac:spMkLst>
            <pc:docMk/>
            <pc:sldMk cId="553498036" sldId="257"/>
            <ac:spMk id="23" creationId="{CE89838F-BFAA-08B1-CCDA-4570F6ACED5C}"/>
          </ac:spMkLst>
        </pc:spChg>
        <pc:spChg chg="mod">
          <ac:chgData name="Kim SAVAROCHE" userId="ad53b011-296a-44c4-b802-11cfb50d8a6c" providerId="ADAL" clId="{F75B388B-AB3B-467A-A556-E223F3FAD3DD}" dt="2025-07-02T14:24:34.668" v="249" actId="1076"/>
          <ac:spMkLst>
            <pc:docMk/>
            <pc:sldMk cId="553498036" sldId="257"/>
            <ac:spMk id="24" creationId="{72769879-75B2-8A0B-483A-AC917D8F9ADF}"/>
          </ac:spMkLst>
        </pc:spChg>
        <pc:spChg chg="mod">
          <ac:chgData name="Kim SAVAROCHE" userId="ad53b011-296a-44c4-b802-11cfb50d8a6c" providerId="ADAL" clId="{F75B388B-AB3B-467A-A556-E223F3FAD3DD}" dt="2025-07-02T14:15:36.267" v="92"/>
          <ac:spMkLst>
            <pc:docMk/>
            <pc:sldMk cId="553498036" sldId="257"/>
            <ac:spMk id="25" creationId="{555A2A01-946D-826A-D9A3-5944BECE0074}"/>
          </ac:spMkLst>
        </pc:spChg>
        <pc:spChg chg="mod">
          <ac:chgData name="Kim SAVAROCHE" userId="ad53b011-296a-44c4-b802-11cfb50d8a6c" providerId="ADAL" clId="{F75B388B-AB3B-467A-A556-E223F3FAD3DD}" dt="2025-07-02T14:22:27.524" v="188" actId="20577"/>
          <ac:spMkLst>
            <pc:docMk/>
            <pc:sldMk cId="553498036" sldId="257"/>
            <ac:spMk id="31" creationId="{D813BD2A-5B58-A95A-7D09-0A2B235363A5}"/>
          </ac:spMkLst>
        </pc:spChg>
        <pc:spChg chg="del mod">
          <ac:chgData name="Kim SAVAROCHE" userId="ad53b011-296a-44c4-b802-11cfb50d8a6c" providerId="ADAL" clId="{F75B388B-AB3B-467A-A556-E223F3FAD3DD}" dt="2025-07-02T14:21:24.963" v="159" actId="478"/>
          <ac:spMkLst>
            <pc:docMk/>
            <pc:sldMk cId="553498036" sldId="257"/>
            <ac:spMk id="32" creationId="{C7001A5C-8BC9-1187-21C6-F213551BE2E5}"/>
          </ac:spMkLst>
        </pc:spChg>
        <pc:spChg chg="mod">
          <ac:chgData name="Kim SAVAROCHE" userId="ad53b011-296a-44c4-b802-11cfb50d8a6c" providerId="ADAL" clId="{F75B388B-AB3B-467A-A556-E223F3FAD3DD}" dt="2025-07-02T14:15:36.267" v="92"/>
          <ac:spMkLst>
            <pc:docMk/>
            <pc:sldMk cId="553498036" sldId="257"/>
            <ac:spMk id="34" creationId="{232924FC-46F9-4D79-97F8-F8B40BC233E9}"/>
          </ac:spMkLst>
        </pc:spChg>
        <pc:spChg chg="mod">
          <ac:chgData name="Kim SAVAROCHE" userId="ad53b011-296a-44c4-b802-11cfb50d8a6c" providerId="ADAL" clId="{F75B388B-AB3B-467A-A556-E223F3FAD3DD}" dt="2025-07-02T14:15:36.267" v="92"/>
          <ac:spMkLst>
            <pc:docMk/>
            <pc:sldMk cId="553498036" sldId="257"/>
            <ac:spMk id="35" creationId="{4A0DE440-19BD-EBAE-37DB-951B64386AAD}"/>
          </ac:spMkLst>
        </pc:spChg>
        <pc:spChg chg="mod">
          <ac:chgData name="Kim SAVAROCHE" userId="ad53b011-296a-44c4-b802-11cfb50d8a6c" providerId="ADAL" clId="{F75B388B-AB3B-467A-A556-E223F3FAD3DD}" dt="2025-07-02T14:20:32.150" v="134" actId="14100"/>
          <ac:spMkLst>
            <pc:docMk/>
            <pc:sldMk cId="553498036" sldId="257"/>
            <ac:spMk id="36" creationId="{0CD40B89-EAA7-FCB5-5A5E-98562AC0A187}"/>
          </ac:spMkLst>
        </pc:spChg>
        <pc:spChg chg="mod">
          <ac:chgData name="Kim SAVAROCHE" userId="ad53b011-296a-44c4-b802-11cfb50d8a6c" providerId="ADAL" clId="{F75B388B-AB3B-467A-A556-E223F3FAD3DD}" dt="2025-07-02T14:20:28.637" v="133" actId="14100"/>
          <ac:spMkLst>
            <pc:docMk/>
            <pc:sldMk cId="553498036" sldId="257"/>
            <ac:spMk id="37" creationId="{D223B740-9CAA-4226-188D-2EA1DBF8F9CF}"/>
          </ac:spMkLst>
        </pc:spChg>
        <pc:spChg chg="mod">
          <ac:chgData name="Kim SAVAROCHE" userId="ad53b011-296a-44c4-b802-11cfb50d8a6c" providerId="ADAL" clId="{F75B388B-AB3B-467A-A556-E223F3FAD3DD}" dt="2025-07-02T14:15:36.267" v="92"/>
          <ac:spMkLst>
            <pc:docMk/>
            <pc:sldMk cId="553498036" sldId="257"/>
            <ac:spMk id="38" creationId="{49A620EE-4790-FCB6-0EFD-C767E52ECA37}"/>
          </ac:spMkLst>
        </pc:spChg>
        <pc:spChg chg="mod">
          <ac:chgData name="Kim SAVAROCHE" userId="ad53b011-296a-44c4-b802-11cfb50d8a6c" providerId="ADAL" clId="{F75B388B-AB3B-467A-A556-E223F3FAD3DD}" dt="2025-07-02T14:15:36.267" v="92"/>
          <ac:spMkLst>
            <pc:docMk/>
            <pc:sldMk cId="553498036" sldId="257"/>
            <ac:spMk id="39" creationId="{FD49DB2D-D107-78C2-3AD8-48274C1C5849}"/>
          </ac:spMkLst>
        </pc:spChg>
        <pc:spChg chg="mod">
          <ac:chgData name="Kim SAVAROCHE" userId="ad53b011-296a-44c4-b802-11cfb50d8a6c" providerId="ADAL" clId="{F75B388B-AB3B-467A-A556-E223F3FAD3DD}" dt="2025-07-02T14:15:36.267" v="92"/>
          <ac:spMkLst>
            <pc:docMk/>
            <pc:sldMk cId="553498036" sldId="257"/>
            <ac:spMk id="40" creationId="{C19DB380-BCC5-C195-EC27-F5FD0A186C19}"/>
          </ac:spMkLst>
        </pc:spChg>
        <pc:spChg chg="mod">
          <ac:chgData name="Kim SAVAROCHE" userId="ad53b011-296a-44c4-b802-11cfb50d8a6c" providerId="ADAL" clId="{F75B388B-AB3B-467A-A556-E223F3FAD3DD}" dt="2025-07-02T14:15:36.267" v="92"/>
          <ac:spMkLst>
            <pc:docMk/>
            <pc:sldMk cId="553498036" sldId="257"/>
            <ac:spMk id="41" creationId="{BD302122-2BC6-43E1-4A5C-613ED60BB81A}"/>
          </ac:spMkLst>
        </pc:spChg>
        <pc:spChg chg="mod">
          <ac:chgData name="Kim SAVAROCHE" userId="ad53b011-296a-44c4-b802-11cfb50d8a6c" providerId="ADAL" clId="{F75B388B-AB3B-467A-A556-E223F3FAD3DD}" dt="2025-07-02T14:15:36.267" v="92"/>
          <ac:spMkLst>
            <pc:docMk/>
            <pc:sldMk cId="553498036" sldId="257"/>
            <ac:spMk id="42" creationId="{4609B794-F99A-6608-D3A1-6A3259414122}"/>
          </ac:spMkLst>
        </pc:spChg>
        <pc:spChg chg="mod">
          <ac:chgData name="Kim SAVAROCHE" userId="ad53b011-296a-44c4-b802-11cfb50d8a6c" providerId="ADAL" clId="{F75B388B-AB3B-467A-A556-E223F3FAD3DD}" dt="2025-07-02T14:15:36.267" v="92"/>
          <ac:spMkLst>
            <pc:docMk/>
            <pc:sldMk cId="553498036" sldId="257"/>
            <ac:spMk id="43" creationId="{5B629874-8EF4-5C3A-F4CA-771E574E1295}"/>
          </ac:spMkLst>
        </pc:spChg>
        <pc:spChg chg="mod">
          <ac:chgData name="Kim SAVAROCHE" userId="ad53b011-296a-44c4-b802-11cfb50d8a6c" providerId="ADAL" clId="{F75B388B-AB3B-467A-A556-E223F3FAD3DD}" dt="2025-07-02T14:15:36.267" v="92"/>
          <ac:spMkLst>
            <pc:docMk/>
            <pc:sldMk cId="553498036" sldId="257"/>
            <ac:spMk id="44" creationId="{88199120-876E-DFFA-F9A6-FE1071D777BD}"/>
          </ac:spMkLst>
        </pc:spChg>
        <pc:spChg chg="mod">
          <ac:chgData name="Kim SAVAROCHE" userId="ad53b011-296a-44c4-b802-11cfb50d8a6c" providerId="ADAL" clId="{F75B388B-AB3B-467A-A556-E223F3FAD3DD}" dt="2025-07-02T14:15:36.267" v="92"/>
          <ac:spMkLst>
            <pc:docMk/>
            <pc:sldMk cId="553498036" sldId="257"/>
            <ac:spMk id="45" creationId="{FAC97B37-AA0B-9FFE-3EA0-2B6C17D5AC8F}"/>
          </ac:spMkLst>
        </pc:spChg>
        <pc:spChg chg="mod">
          <ac:chgData name="Kim SAVAROCHE" userId="ad53b011-296a-44c4-b802-11cfb50d8a6c" providerId="ADAL" clId="{F75B388B-AB3B-467A-A556-E223F3FAD3DD}" dt="2025-07-02T14:15:36.267" v="92"/>
          <ac:spMkLst>
            <pc:docMk/>
            <pc:sldMk cId="553498036" sldId="257"/>
            <ac:spMk id="46" creationId="{4AE0D2E7-8495-40AE-A341-EC254EF59F71}"/>
          </ac:spMkLst>
        </pc:spChg>
        <pc:spChg chg="mod">
          <ac:chgData name="Kim SAVAROCHE" userId="ad53b011-296a-44c4-b802-11cfb50d8a6c" providerId="ADAL" clId="{F75B388B-AB3B-467A-A556-E223F3FAD3DD}" dt="2025-07-02T14:15:36.267" v="92"/>
          <ac:spMkLst>
            <pc:docMk/>
            <pc:sldMk cId="553498036" sldId="257"/>
            <ac:spMk id="47" creationId="{FBA58B89-D980-D210-25CE-66DA5FC4F14A}"/>
          </ac:spMkLst>
        </pc:spChg>
        <pc:spChg chg="add del mod">
          <ac:chgData name="Kim SAVAROCHE" userId="ad53b011-296a-44c4-b802-11cfb50d8a6c" providerId="ADAL" clId="{F75B388B-AB3B-467A-A556-E223F3FAD3DD}" dt="2025-07-02T14:21:23.237" v="158" actId="1037"/>
          <ac:spMkLst>
            <pc:docMk/>
            <pc:sldMk cId="553498036" sldId="257"/>
            <ac:spMk id="48" creationId="{93025962-C8BE-5AE9-6F31-1DDAAAD808E3}"/>
          </ac:spMkLst>
        </pc:spChg>
        <pc:spChg chg="mod">
          <ac:chgData name="Kim SAVAROCHE" userId="ad53b011-296a-44c4-b802-11cfb50d8a6c" providerId="ADAL" clId="{F75B388B-AB3B-467A-A556-E223F3FAD3DD}" dt="2025-07-02T14:15:36.267" v="92"/>
          <ac:spMkLst>
            <pc:docMk/>
            <pc:sldMk cId="553498036" sldId="257"/>
            <ac:spMk id="49" creationId="{C422C53D-F4BA-1596-8849-A1ED5EE55DEA}"/>
          </ac:spMkLst>
        </pc:spChg>
        <pc:spChg chg="mod">
          <ac:chgData name="Kim SAVAROCHE" userId="ad53b011-296a-44c4-b802-11cfb50d8a6c" providerId="ADAL" clId="{F75B388B-AB3B-467A-A556-E223F3FAD3DD}" dt="2025-07-02T14:15:36.267" v="92"/>
          <ac:spMkLst>
            <pc:docMk/>
            <pc:sldMk cId="553498036" sldId="257"/>
            <ac:spMk id="50" creationId="{A18445F1-EF84-3CE5-9216-6F70B0168D9F}"/>
          </ac:spMkLst>
        </pc:spChg>
        <pc:spChg chg="mod">
          <ac:chgData name="Kim SAVAROCHE" userId="ad53b011-296a-44c4-b802-11cfb50d8a6c" providerId="ADAL" clId="{F75B388B-AB3B-467A-A556-E223F3FAD3DD}" dt="2025-07-02T14:15:36.267" v="92"/>
          <ac:spMkLst>
            <pc:docMk/>
            <pc:sldMk cId="553498036" sldId="257"/>
            <ac:spMk id="51" creationId="{E9FF6EAE-5079-4833-7C0C-EF784F019A50}"/>
          </ac:spMkLst>
        </pc:spChg>
        <pc:spChg chg="mod">
          <ac:chgData name="Kim SAVAROCHE" userId="ad53b011-296a-44c4-b802-11cfb50d8a6c" providerId="ADAL" clId="{F75B388B-AB3B-467A-A556-E223F3FAD3DD}" dt="2025-07-02T14:15:36.267" v="92"/>
          <ac:spMkLst>
            <pc:docMk/>
            <pc:sldMk cId="553498036" sldId="257"/>
            <ac:spMk id="53" creationId="{49BE4212-B6EB-026E-CFF9-26E91CA055DE}"/>
          </ac:spMkLst>
        </pc:spChg>
        <pc:spChg chg="mod">
          <ac:chgData name="Kim SAVAROCHE" userId="ad53b011-296a-44c4-b802-11cfb50d8a6c" providerId="ADAL" clId="{F75B388B-AB3B-467A-A556-E223F3FAD3DD}" dt="2025-07-02T14:15:36.267" v="92"/>
          <ac:spMkLst>
            <pc:docMk/>
            <pc:sldMk cId="553498036" sldId="257"/>
            <ac:spMk id="55" creationId="{9A4D81C5-2E0C-8DC7-5467-390ACB79BB7E}"/>
          </ac:spMkLst>
        </pc:spChg>
        <pc:spChg chg="mod">
          <ac:chgData name="Kim SAVAROCHE" userId="ad53b011-296a-44c4-b802-11cfb50d8a6c" providerId="ADAL" clId="{F75B388B-AB3B-467A-A556-E223F3FAD3DD}" dt="2025-07-02T14:15:36.267" v="92"/>
          <ac:spMkLst>
            <pc:docMk/>
            <pc:sldMk cId="553498036" sldId="257"/>
            <ac:spMk id="56" creationId="{3AA1265F-CC8E-41B0-2A9A-8930EFD2C1E0}"/>
          </ac:spMkLst>
        </pc:spChg>
        <pc:spChg chg="mod">
          <ac:chgData name="Kim SAVAROCHE" userId="ad53b011-296a-44c4-b802-11cfb50d8a6c" providerId="ADAL" clId="{F75B388B-AB3B-467A-A556-E223F3FAD3DD}" dt="2025-07-02T14:15:36.267" v="92"/>
          <ac:spMkLst>
            <pc:docMk/>
            <pc:sldMk cId="553498036" sldId="257"/>
            <ac:spMk id="58" creationId="{EFC93D9F-E646-4295-8CB6-E2A3061B84D1}"/>
          </ac:spMkLst>
        </pc:spChg>
        <pc:spChg chg="mod">
          <ac:chgData name="Kim SAVAROCHE" userId="ad53b011-296a-44c4-b802-11cfb50d8a6c" providerId="ADAL" clId="{F75B388B-AB3B-467A-A556-E223F3FAD3DD}" dt="2025-07-02T14:15:36.267" v="92"/>
          <ac:spMkLst>
            <pc:docMk/>
            <pc:sldMk cId="553498036" sldId="257"/>
            <ac:spMk id="59" creationId="{4B5991DD-0FBA-C0A2-6B9F-D356DAA91599}"/>
          </ac:spMkLst>
        </pc:spChg>
        <pc:spChg chg="del mod">
          <ac:chgData name="Kim SAVAROCHE" userId="ad53b011-296a-44c4-b802-11cfb50d8a6c" providerId="ADAL" clId="{F75B388B-AB3B-467A-A556-E223F3FAD3DD}" dt="2025-07-02T14:21:26.411" v="160" actId="478"/>
          <ac:spMkLst>
            <pc:docMk/>
            <pc:sldMk cId="553498036" sldId="257"/>
            <ac:spMk id="60" creationId="{2DC9C3EB-BF96-F3E6-6C9B-97AA89B7D01D}"/>
          </ac:spMkLst>
        </pc:spChg>
        <pc:spChg chg="mod">
          <ac:chgData name="Kim SAVAROCHE" userId="ad53b011-296a-44c4-b802-11cfb50d8a6c" providerId="ADAL" clId="{F75B388B-AB3B-467A-A556-E223F3FAD3DD}" dt="2025-07-02T14:25:41.322" v="256" actId="1076"/>
          <ac:spMkLst>
            <pc:docMk/>
            <pc:sldMk cId="553498036" sldId="257"/>
            <ac:spMk id="61" creationId="{98A60743-914B-E257-BEC2-41419FFCE779}"/>
          </ac:spMkLst>
        </pc:spChg>
        <pc:spChg chg="add mod">
          <ac:chgData name="Kim SAVAROCHE" userId="ad53b011-296a-44c4-b802-11cfb50d8a6c" providerId="ADAL" clId="{F75B388B-AB3B-467A-A556-E223F3FAD3DD}" dt="2025-07-02T14:25:31.904" v="254" actId="1076"/>
          <ac:spMkLst>
            <pc:docMk/>
            <pc:sldMk cId="553498036" sldId="257"/>
            <ac:spMk id="74" creationId="{F0DBB2FB-8CC2-45C9-BD4E-E806CFB39A00}"/>
          </ac:spMkLst>
        </pc:spChg>
        <pc:grpChg chg="add mod">
          <ac:chgData name="Kim SAVAROCHE" userId="ad53b011-296a-44c4-b802-11cfb50d8a6c" providerId="ADAL" clId="{F75B388B-AB3B-467A-A556-E223F3FAD3DD}" dt="2025-07-02T15:20:52.346" v="1035" actId="1076"/>
          <ac:grpSpMkLst>
            <pc:docMk/>
            <pc:sldMk cId="553498036" sldId="257"/>
            <ac:grpSpMk id="4" creationId="{C9BD0000-9AB1-81F1-066B-2BD6CAC03739}"/>
          </ac:grpSpMkLst>
        </pc:grpChg>
        <pc:cxnChg chg="mod">
          <ac:chgData name="Kim SAVAROCHE" userId="ad53b011-296a-44c4-b802-11cfb50d8a6c" providerId="ADAL" clId="{F75B388B-AB3B-467A-A556-E223F3FAD3DD}" dt="2025-07-02T14:15:36.267" v="92"/>
          <ac:cxnSpMkLst>
            <pc:docMk/>
            <pc:sldMk cId="553498036" sldId="257"/>
            <ac:cxnSpMk id="8" creationId="{EB72C52C-AA76-0619-B625-D95C8D156B54}"/>
          </ac:cxnSpMkLst>
        </pc:cxnChg>
        <pc:cxnChg chg="mod">
          <ac:chgData name="Kim SAVAROCHE" userId="ad53b011-296a-44c4-b802-11cfb50d8a6c" providerId="ADAL" clId="{F75B388B-AB3B-467A-A556-E223F3FAD3DD}" dt="2025-07-02T14:15:36.267" v="92"/>
          <ac:cxnSpMkLst>
            <pc:docMk/>
            <pc:sldMk cId="553498036" sldId="257"/>
            <ac:cxnSpMk id="9" creationId="{624BA6B5-04D3-2611-C2ED-01CB1B1AEFC9}"/>
          </ac:cxnSpMkLst>
        </pc:cxnChg>
        <pc:cxnChg chg="mod">
          <ac:chgData name="Kim SAVAROCHE" userId="ad53b011-296a-44c4-b802-11cfb50d8a6c" providerId="ADAL" clId="{F75B388B-AB3B-467A-A556-E223F3FAD3DD}" dt="2025-07-02T14:15:36.267" v="92"/>
          <ac:cxnSpMkLst>
            <pc:docMk/>
            <pc:sldMk cId="553498036" sldId="257"/>
            <ac:cxnSpMk id="13" creationId="{31755320-65FD-62D4-BD34-14B402FF67CC}"/>
          </ac:cxnSpMkLst>
        </pc:cxnChg>
        <pc:cxnChg chg="mod">
          <ac:chgData name="Kim SAVAROCHE" userId="ad53b011-296a-44c4-b802-11cfb50d8a6c" providerId="ADAL" clId="{F75B388B-AB3B-467A-A556-E223F3FAD3DD}" dt="2025-07-02T14:15:36.267" v="92"/>
          <ac:cxnSpMkLst>
            <pc:docMk/>
            <pc:sldMk cId="553498036" sldId="257"/>
            <ac:cxnSpMk id="14" creationId="{D8F80081-6D71-F6E9-E75D-DC8A9BF7E2E0}"/>
          </ac:cxnSpMkLst>
        </pc:cxnChg>
        <pc:cxnChg chg="mod">
          <ac:chgData name="Kim SAVAROCHE" userId="ad53b011-296a-44c4-b802-11cfb50d8a6c" providerId="ADAL" clId="{F75B388B-AB3B-467A-A556-E223F3FAD3DD}" dt="2025-07-02T14:15:36.267" v="92"/>
          <ac:cxnSpMkLst>
            <pc:docMk/>
            <pc:sldMk cId="553498036" sldId="257"/>
            <ac:cxnSpMk id="15" creationId="{880FC7B7-67DC-8163-40CD-221253341219}"/>
          </ac:cxnSpMkLst>
        </pc:cxnChg>
        <pc:cxnChg chg="mod">
          <ac:chgData name="Kim SAVAROCHE" userId="ad53b011-296a-44c4-b802-11cfb50d8a6c" providerId="ADAL" clId="{F75B388B-AB3B-467A-A556-E223F3FAD3DD}" dt="2025-07-02T14:15:36.267" v="92"/>
          <ac:cxnSpMkLst>
            <pc:docMk/>
            <pc:sldMk cId="553498036" sldId="257"/>
            <ac:cxnSpMk id="20" creationId="{54B002B5-D229-B4DC-BEAA-8F49188FFB7D}"/>
          </ac:cxnSpMkLst>
        </pc:cxnChg>
        <pc:cxnChg chg="mod">
          <ac:chgData name="Kim SAVAROCHE" userId="ad53b011-296a-44c4-b802-11cfb50d8a6c" providerId="ADAL" clId="{F75B388B-AB3B-467A-A556-E223F3FAD3DD}" dt="2025-07-02T14:15:36.267" v="92"/>
          <ac:cxnSpMkLst>
            <pc:docMk/>
            <pc:sldMk cId="553498036" sldId="257"/>
            <ac:cxnSpMk id="21" creationId="{71617A6B-A139-F63B-861B-5DCACD265D3E}"/>
          </ac:cxnSpMkLst>
        </pc:cxnChg>
        <pc:cxnChg chg="mod">
          <ac:chgData name="Kim SAVAROCHE" userId="ad53b011-296a-44c4-b802-11cfb50d8a6c" providerId="ADAL" clId="{F75B388B-AB3B-467A-A556-E223F3FAD3DD}" dt="2025-07-02T14:15:36.267" v="92"/>
          <ac:cxnSpMkLst>
            <pc:docMk/>
            <pc:sldMk cId="553498036" sldId="257"/>
            <ac:cxnSpMk id="26" creationId="{867055DF-BCF2-BE97-5177-4FE21EB15633}"/>
          </ac:cxnSpMkLst>
        </pc:cxnChg>
        <pc:cxnChg chg="mod">
          <ac:chgData name="Kim SAVAROCHE" userId="ad53b011-296a-44c4-b802-11cfb50d8a6c" providerId="ADAL" clId="{F75B388B-AB3B-467A-A556-E223F3FAD3DD}" dt="2025-07-02T14:23:06.508" v="214" actId="14100"/>
          <ac:cxnSpMkLst>
            <pc:docMk/>
            <pc:sldMk cId="553498036" sldId="257"/>
            <ac:cxnSpMk id="27" creationId="{814A6481-9549-853E-1999-4963D1A1FD15}"/>
          </ac:cxnSpMkLst>
        </pc:cxnChg>
        <pc:cxnChg chg="mod">
          <ac:chgData name="Kim SAVAROCHE" userId="ad53b011-296a-44c4-b802-11cfb50d8a6c" providerId="ADAL" clId="{F75B388B-AB3B-467A-A556-E223F3FAD3DD}" dt="2025-07-02T14:23:06.508" v="214" actId="14100"/>
          <ac:cxnSpMkLst>
            <pc:docMk/>
            <pc:sldMk cId="553498036" sldId="257"/>
            <ac:cxnSpMk id="28" creationId="{8FA94290-356D-C376-79F9-5A1C54713BFD}"/>
          </ac:cxnSpMkLst>
        </pc:cxnChg>
        <pc:cxnChg chg="mod">
          <ac:chgData name="Kim SAVAROCHE" userId="ad53b011-296a-44c4-b802-11cfb50d8a6c" providerId="ADAL" clId="{F75B388B-AB3B-467A-A556-E223F3FAD3DD}" dt="2025-07-02T14:24:34.668" v="249" actId="1076"/>
          <ac:cxnSpMkLst>
            <pc:docMk/>
            <pc:sldMk cId="553498036" sldId="257"/>
            <ac:cxnSpMk id="29" creationId="{22033A55-B9E3-F07A-FC05-AA73127F5367}"/>
          </ac:cxnSpMkLst>
        </pc:cxnChg>
        <pc:cxnChg chg="mod">
          <ac:chgData name="Kim SAVAROCHE" userId="ad53b011-296a-44c4-b802-11cfb50d8a6c" providerId="ADAL" clId="{F75B388B-AB3B-467A-A556-E223F3FAD3DD}" dt="2025-07-02T14:24:34.668" v="249" actId="1076"/>
          <ac:cxnSpMkLst>
            <pc:docMk/>
            <pc:sldMk cId="553498036" sldId="257"/>
            <ac:cxnSpMk id="30" creationId="{276AE40A-FDC2-3D51-E85E-4B8B2756EE58}"/>
          </ac:cxnSpMkLst>
        </pc:cxnChg>
        <pc:cxnChg chg="mod">
          <ac:chgData name="Kim SAVAROCHE" userId="ad53b011-296a-44c4-b802-11cfb50d8a6c" providerId="ADAL" clId="{F75B388B-AB3B-467A-A556-E223F3FAD3DD}" dt="2025-07-02T14:15:36.267" v="92"/>
          <ac:cxnSpMkLst>
            <pc:docMk/>
            <pc:sldMk cId="553498036" sldId="257"/>
            <ac:cxnSpMk id="33" creationId="{FFD1804B-DDEA-0B14-0B36-1605D99E3E05}"/>
          </ac:cxnSpMkLst>
        </pc:cxnChg>
        <pc:cxnChg chg="mod">
          <ac:chgData name="Kim SAVAROCHE" userId="ad53b011-296a-44c4-b802-11cfb50d8a6c" providerId="ADAL" clId="{F75B388B-AB3B-467A-A556-E223F3FAD3DD}" dt="2025-07-02T14:15:36.267" v="92"/>
          <ac:cxnSpMkLst>
            <pc:docMk/>
            <pc:sldMk cId="553498036" sldId="257"/>
            <ac:cxnSpMk id="52" creationId="{8A5D1DB3-DEDD-8A71-2615-A7C0A13C6F7B}"/>
          </ac:cxnSpMkLst>
        </pc:cxnChg>
        <pc:cxnChg chg="mod">
          <ac:chgData name="Kim SAVAROCHE" userId="ad53b011-296a-44c4-b802-11cfb50d8a6c" providerId="ADAL" clId="{F75B388B-AB3B-467A-A556-E223F3FAD3DD}" dt="2025-07-02T14:15:36.267" v="92"/>
          <ac:cxnSpMkLst>
            <pc:docMk/>
            <pc:sldMk cId="553498036" sldId="257"/>
            <ac:cxnSpMk id="54" creationId="{A98E74F0-504A-6AF2-71B2-76A4393C7636}"/>
          </ac:cxnSpMkLst>
        </pc:cxnChg>
        <pc:cxnChg chg="mod">
          <ac:chgData name="Kim SAVAROCHE" userId="ad53b011-296a-44c4-b802-11cfb50d8a6c" providerId="ADAL" clId="{F75B388B-AB3B-467A-A556-E223F3FAD3DD}" dt="2025-07-02T14:15:36.267" v="92"/>
          <ac:cxnSpMkLst>
            <pc:docMk/>
            <pc:sldMk cId="553498036" sldId="257"/>
            <ac:cxnSpMk id="57" creationId="{C95C82FC-63F8-969C-BF40-07F3F17B1328}"/>
          </ac:cxnSpMkLst>
        </pc:cxnChg>
      </pc:sldChg>
      <pc:sldChg chg="addSp delSp modSp mod">
        <pc:chgData name="Kim SAVAROCHE" userId="ad53b011-296a-44c4-b802-11cfb50d8a6c" providerId="ADAL" clId="{F75B388B-AB3B-467A-A556-E223F3FAD3DD}" dt="2025-07-03T16:05:52.847" v="1394" actId="1076"/>
        <pc:sldMkLst>
          <pc:docMk/>
          <pc:sldMk cId="77679496" sldId="258"/>
        </pc:sldMkLst>
        <pc:spChg chg="mod">
          <ac:chgData name="Kim SAVAROCHE" userId="ad53b011-296a-44c4-b802-11cfb50d8a6c" providerId="ADAL" clId="{F75B388B-AB3B-467A-A556-E223F3FAD3DD}" dt="2025-07-02T14:38:10.843" v="470" actId="1076"/>
          <ac:spMkLst>
            <pc:docMk/>
            <pc:sldMk cId="77679496" sldId="258"/>
            <ac:spMk id="2" creationId="{2996194C-5160-6CEF-0D1B-52A4FDF33F10}"/>
          </ac:spMkLst>
        </pc:spChg>
        <pc:spChg chg="add mod">
          <ac:chgData name="Kim SAVAROCHE" userId="ad53b011-296a-44c4-b802-11cfb50d8a6c" providerId="ADAL" clId="{F75B388B-AB3B-467A-A556-E223F3FAD3DD}" dt="2025-07-02T14:38:16.780" v="471" actId="164"/>
          <ac:spMkLst>
            <pc:docMk/>
            <pc:sldMk cId="77679496" sldId="258"/>
            <ac:spMk id="3" creationId="{D79DEB66-4556-F36F-9D5A-F291979332BD}"/>
          </ac:spMkLst>
        </pc:spChg>
        <pc:spChg chg="add mod">
          <ac:chgData name="Kim SAVAROCHE" userId="ad53b011-296a-44c4-b802-11cfb50d8a6c" providerId="ADAL" clId="{F75B388B-AB3B-467A-A556-E223F3FAD3DD}" dt="2025-07-02T14:38:16.780" v="471" actId="164"/>
          <ac:spMkLst>
            <pc:docMk/>
            <pc:sldMk cId="77679496" sldId="258"/>
            <ac:spMk id="4" creationId="{C17C0CB3-4C3D-ABDE-1028-953457209BF9}"/>
          </ac:spMkLst>
        </pc:spChg>
        <pc:spChg chg="add mod">
          <ac:chgData name="Kim SAVAROCHE" userId="ad53b011-296a-44c4-b802-11cfb50d8a6c" providerId="ADAL" clId="{F75B388B-AB3B-467A-A556-E223F3FAD3DD}" dt="2025-07-02T14:43:46.673" v="539" actId="20577"/>
          <ac:spMkLst>
            <pc:docMk/>
            <pc:sldMk cId="77679496" sldId="258"/>
            <ac:spMk id="5" creationId="{B21F0799-BF34-096F-AE86-DFB57A79A87D}"/>
          </ac:spMkLst>
        </pc:spChg>
        <pc:spChg chg="add mod">
          <ac:chgData name="Kim SAVAROCHE" userId="ad53b011-296a-44c4-b802-11cfb50d8a6c" providerId="ADAL" clId="{F75B388B-AB3B-467A-A556-E223F3FAD3DD}" dt="2025-07-02T14:43:55.582" v="552" actId="20577"/>
          <ac:spMkLst>
            <pc:docMk/>
            <pc:sldMk cId="77679496" sldId="258"/>
            <ac:spMk id="6" creationId="{44B9C76B-0B1A-1631-A8CC-1DEA774159E3}"/>
          </ac:spMkLst>
        </pc:spChg>
        <pc:spChg chg="add mod">
          <ac:chgData name="Kim SAVAROCHE" userId="ad53b011-296a-44c4-b802-11cfb50d8a6c" providerId="ADAL" clId="{F75B388B-AB3B-467A-A556-E223F3FAD3DD}" dt="2025-07-02T14:43:50.294" v="540" actId="1076"/>
          <ac:spMkLst>
            <pc:docMk/>
            <pc:sldMk cId="77679496" sldId="258"/>
            <ac:spMk id="7" creationId="{CBAF4890-9931-93E8-67A0-DEAFAB795732}"/>
          </ac:spMkLst>
        </pc:spChg>
        <pc:spChg chg="add del mod">
          <ac:chgData name="Kim SAVAROCHE" userId="ad53b011-296a-44c4-b802-11cfb50d8a6c" providerId="ADAL" clId="{F75B388B-AB3B-467A-A556-E223F3FAD3DD}" dt="2025-07-02T14:34:17.752" v="399" actId="478"/>
          <ac:spMkLst>
            <pc:docMk/>
            <pc:sldMk cId="77679496" sldId="258"/>
            <ac:spMk id="9" creationId="{C6D2D475-FADA-5F14-141F-0A28A974C5A5}"/>
          </ac:spMkLst>
        </pc:spChg>
        <pc:spChg chg="add mod">
          <ac:chgData name="Kim SAVAROCHE" userId="ad53b011-296a-44c4-b802-11cfb50d8a6c" providerId="ADAL" clId="{F75B388B-AB3B-467A-A556-E223F3FAD3DD}" dt="2025-07-03T16:05:52.847" v="1394" actId="1076"/>
          <ac:spMkLst>
            <pc:docMk/>
            <pc:sldMk cId="77679496" sldId="258"/>
            <ac:spMk id="9" creationId="{FED7F0AD-BBFB-7035-76E2-804A15B8E9F3}"/>
          </ac:spMkLst>
        </pc:spChg>
        <pc:spChg chg="add mod">
          <ac:chgData name="Kim SAVAROCHE" userId="ad53b011-296a-44c4-b802-11cfb50d8a6c" providerId="ADAL" clId="{F75B388B-AB3B-467A-A556-E223F3FAD3DD}" dt="2025-07-03T15:26:23.143" v="1299" actId="1076"/>
          <ac:spMkLst>
            <pc:docMk/>
            <pc:sldMk cId="77679496" sldId="258"/>
            <ac:spMk id="10" creationId="{22BAB461-ADBB-AB73-9EBE-8804CBAE01F3}"/>
          </ac:spMkLst>
        </pc:spChg>
        <pc:spChg chg="mod">
          <ac:chgData name="Kim SAVAROCHE" userId="ad53b011-296a-44c4-b802-11cfb50d8a6c" providerId="ADAL" clId="{F75B388B-AB3B-467A-A556-E223F3FAD3DD}" dt="2025-07-03T14:56:50.827" v="1078"/>
          <ac:spMkLst>
            <pc:docMk/>
            <pc:sldMk cId="77679496" sldId="258"/>
            <ac:spMk id="14" creationId="{D540CD7E-C324-5721-656A-5732768B2A69}"/>
          </ac:spMkLst>
        </pc:spChg>
        <pc:spChg chg="mod">
          <ac:chgData name="Kim SAVAROCHE" userId="ad53b011-296a-44c4-b802-11cfb50d8a6c" providerId="ADAL" clId="{F75B388B-AB3B-467A-A556-E223F3FAD3DD}" dt="2025-07-03T14:56:50.827" v="1078"/>
          <ac:spMkLst>
            <pc:docMk/>
            <pc:sldMk cId="77679496" sldId="258"/>
            <ac:spMk id="16" creationId="{B9A3E8B4-A9CA-0C3D-F6A4-4F1B873B831D}"/>
          </ac:spMkLst>
        </pc:spChg>
        <pc:spChg chg="add mod">
          <ac:chgData name="Kim SAVAROCHE" userId="ad53b011-296a-44c4-b802-11cfb50d8a6c" providerId="ADAL" clId="{F75B388B-AB3B-467A-A556-E223F3FAD3DD}" dt="2025-07-02T14:43:08.177" v="517" actId="1076"/>
          <ac:spMkLst>
            <pc:docMk/>
            <pc:sldMk cId="77679496" sldId="258"/>
            <ac:spMk id="18" creationId="{7A24A7A6-3ECE-7741-03F3-D33DC9E43B5B}"/>
          </ac:spMkLst>
        </pc:spChg>
        <pc:spChg chg="add del mod">
          <ac:chgData name="Kim SAVAROCHE" userId="ad53b011-296a-44c4-b802-11cfb50d8a6c" providerId="ADAL" clId="{F75B388B-AB3B-467A-A556-E223F3FAD3DD}" dt="2025-07-03T16:03:25.700" v="1357"/>
          <ac:spMkLst>
            <pc:docMk/>
            <pc:sldMk cId="77679496" sldId="258"/>
            <ac:spMk id="19" creationId="{F7AC510E-BF14-B137-A6A1-764BCD244EB2}"/>
          </ac:spMkLst>
        </pc:spChg>
        <pc:spChg chg="add mod">
          <ac:chgData name="Kim SAVAROCHE" userId="ad53b011-296a-44c4-b802-11cfb50d8a6c" providerId="ADAL" clId="{F75B388B-AB3B-467A-A556-E223F3FAD3DD}" dt="2025-07-02T14:42:30.645" v="510" actId="1076"/>
          <ac:spMkLst>
            <pc:docMk/>
            <pc:sldMk cId="77679496" sldId="258"/>
            <ac:spMk id="19" creationId="{FF5C3031-CE9D-D94E-1680-4AC4965B4C47}"/>
          </ac:spMkLst>
        </pc:spChg>
        <pc:spChg chg="add mod">
          <ac:chgData name="Kim SAVAROCHE" userId="ad53b011-296a-44c4-b802-11cfb50d8a6c" providerId="ADAL" clId="{F75B388B-AB3B-467A-A556-E223F3FAD3DD}" dt="2025-07-02T14:42:32.646" v="511" actId="1076"/>
          <ac:spMkLst>
            <pc:docMk/>
            <pc:sldMk cId="77679496" sldId="258"/>
            <ac:spMk id="20" creationId="{B8A63294-2333-5F43-A7F4-BC44CD1CE849}"/>
          </ac:spMkLst>
        </pc:spChg>
        <pc:spChg chg="mod">
          <ac:chgData name="Kim SAVAROCHE" userId="ad53b011-296a-44c4-b802-11cfb50d8a6c" providerId="ADAL" clId="{F75B388B-AB3B-467A-A556-E223F3FAD3DD}" dt="2025-07-03T14:56:50.827" v="1078"/>
          <ac:spMkLst>
            <pc:docMk/>
            <pc:sldMk cId="77679496" sldId="258"/>
            <ac:spMk id="21" creationId="{D65B7F89-F349-7704-89DE-73EE2A415685}"/>
          </ac:spMkLst>
        </pc:spChg>
        <pc:spChg chg="mod">
          <ac:chgData name="Kim SAVAROCHE" userId="ad53b011-296a-44c4-b802-11cfb50d8a6c" providerId="ADAL" clId="{F75B388B-AB3B-467A-A556-E223F3FAD3DD}" dt="2025-07-03T14:56:50.827" v="1078"/>
          <ac:spMkLst>
            <pc:docMk/>
            <pc:sldMk cId="77679496" sldId="258"/>
            <ac:spMk id="22" creationId="{00575AC6-0A1F-963D-4186-2908A85B8167}"/>
          </ac:spMkLst>
        </pc:spChg>
        <pc:spChg chg="mod">
          <ac:chgData name="Kim SAVAROCHE" userId="ad53b011-296a-44c4-b802-11cfb50d8a6c" providerId="ADAL" clId="{F75B388B-AB3B-467A-A556-E223F3FAD3DD}" dt="2025-07-03T14:59:47.191" v="1121" actId="14100"/>
          <ac:spMkLst>
            <pc:docMk/>
            <pc:sldMk cId="77679496" sldId="258"/>
            <ac:spMk id="27" creationId="{96E5D0ED-9D37-6887-6A0A-93E2E2D388B1}"/>
          </ac:spMkLst>
        </pc:spChg>
        <pc:spChg chg="mod">
          <ac:chgData name="Kim SAVAROCHE" userId="ad53b011-296a-44c4-b802-11cfb50d8a6c" providerId="ADAL" clId="{F75B388B-AB3B-467A-A556-E223F3FAD3DD}" dt="2025-07-03T14:56:50.827" v="1078"/>
          <ac:spMkLst>
            <pc:docMk/>
            <pc:sldMk cId="77679496" sldId="258"/>
            <ac:spMk id="28" creationId="{2460E45F-95EC-D1D4-565C-75915C88C306}"/>
          </ac:spMkLst>
        </pc:spChg>
        <pc:spChg chg="add mod">
          <ac:chgData name="Kim SAVAROCHE" userId="ad53b011-296a-44c4-b802-11cfb50d8a6c" providerId="ADAL" clId="{F75B388B-AB3B-467A-A556-E223F3FAD3DD}" dt="2025-07-03T15:22:10.884" v="1260" actId="164"/>
          <ac:spMkLst>
            <pc:docMk/>
            <pc:sldMk cId="77679496" sldId="258"/>
            <ac:spMk id="29" creationId="{8BC3CFF9-0D02-4381-9C1C-0CEAEC557394}"/>
          </ac:spMkLst>
        </pc:spChg>
        <pc:spChg chg="add mod ord">
          <ac:chgData name="Kim SAVAROCHE" userId="ad53b011-296a-44c4-b802-11cfb50d8a6c" providerId="ADAL" clId="{F75B388B-AB3B-467A-A556-E223F3FAD3DD}" dt="2025-07-03T14:58:17.035" v="1093" actId="164"/>
          <ac:spMkLst>
            <pc:docMk/>
            <pc:sldMk cId="77679496" sldId="258"/>
            <ac:spMk id="31" creationId="{8089E16A-75D7-5AF9-7C81-D1B1B11740D3}"/>
          </ac:spMkLst>
        </pc:spChg>
        <pc:spChg chg="add mod ord">
          <ac:chgData name="Kim SAVAROCHE" userId="ad53b011-296a-44c4-b802-11cfb50d8a6c" providerId="ADAL" clId="{F75B388B-AB3B-467A-A556-E223F3FAD3DD}" dt="2025-07-03T15:21:19.019" v="1246" actId="164"/>
          <ac:spMkLst>
            <pc:docMk/>
            <pc:sldMk cId="77679496" sldId="258"/>
            <ac:spMk id="32" creationId="{050D563F-543D-A106-9646-0E8062CCF399}"/>
          </ac:spMkLst>
        </pc:spChg>
        <pc:spChg chg="add mod ord">
          <ac:chgData name="Kim SAVAROCHE" userId="ad53b011-296a-44c4-b802-11cfb50d8a6c" providerId="ADAL" clId="{F75B388B-AB3B-467A-A556-E223F3FAD3DD}" dt="2025-07-03T15:21:25.219" v="1248" actId="164"/>
          <ac:spMkLst>
            <pc:docMk/>
            <pc:sldMk cId="77679496" sldId="258"/>
            <ac:spMk id="33" creationId="{0339FB4C-3DF6-B529-8F46-4F21284C5F7C}"/>
          </ac:spMkLst>
        </pc:spChg>
        <pc:spChg chg="add mod">
          <ac:chgData name="Kim SAVAROCHE" userId="ad53b011-296a-44c4-b802-11cfb50d8a6c" providerId="ADAL" clId="{F75B388B-AB3B-467A-A556-E223F3FAD3DD}" dt="2025-07-03T15:21:49.107" v="1254" actId="164"/>
          <ac:spMkLst>
            <pc:docMk/>
            <pc:sldMk cId="77679496" sldId="258"/>
            <ac:spMk id="34" creationId="{A46CBE1D-B82B-1BFF-42E1-C17E5FA085BC}"/>
          </ac:spMkLst>
        </pc:spChg>
        <pc:spChg chg="add mod">
          <ac:chgData name="Kim SAVAROCHE" userId="ad53b011-296a-44c4-b802-11cfb50d8a6c" providerId="ADAL" clId="{F75B388B-AB3B-467A-A556-E223F3FAD3DD}" dt="2025-07-03T15:21:49.107" v="1254" actId="164"/>
          <ac:spMkLst>
            <pc:docMk/>
            <pc:sldMk cId="77679496" sldId="258"/>
            <ac:spMk id="35" creationId="{ABB1889C-492C-0D4B-60CD-9DCC6340D9CE}"/>
          </ac:spMkLst>
        </pc:spChg>
        <pc:spChg chg="add mod">
          <ac:chgData name="Kim SAVAROCHE" userId="ad53b011-296a-44c4-b802-11cfb50d8a6c" providerId="ADAL" clId="{F75B388B-AB3B-467A-A556-E223F3FAD3DD}" dt="2025-07-03T15:21:49.107" v="1254" actId="164"/>
          <ac:spMkLst>
            <pc:docMk/>
            <pc:sldMk cId="77679496" sldId="258"/>
            <ac:spMk id="36" creationId="{2B42923E-69A3-85FB-5145-57812B46B9FC}"/>
          </ac:spMkLst>
        </pc:spChg>
        <pc:spChg chg="add mod">
          <ac:chgData name="Kim SAVAROCHE" userId="ad53b011-296a-44c4-b802-11cfb50d8a6c" providerId="ADAL" clId="{F75B388B-AB3B-467A-A556-E223F3FAD3DD}" dt="2025-07-03T15:21:49.107" v="1254" actId="164"/>
          <ac:spMkLst>
            <pc:docMk/>
            <pc:sldMk cId="77679496" sldId="258"/>
            <ac:spMk id="37" creationId="{79D84BC4-34FA-D50E-84FA-3600707C5A7F}"/>
          </ac:spMkLst>
        </pc:spChg>
        <pc:spChg chg="add mod">
          <ac:chgData name="Kim SAVAROCHE" userId="ad53b011-296a-44c4-b802-11cfb50d8a6c" providerId="ADAL" clId="{F75B388B-AB3B-467A-A556-E223F3FAD3DD}" dt="2025-07-03T15:21:49.107" v="1254" actId="164"/>
          <ac:spMkLst>
            <pc:docMk/>
            <pc:sldMk cId="77679496" sldId="258"/>
            <ac:spMk id="39" creationId="{0F33697B-D533-B350-B4AC-6497DC3F84A2}"/>
          </ac:spMkLst>
        </pc:spChg>
        <pc:spChg chg="add mod">
          <ac:chgData name="Kim SAVAROCHE" userId="ad53b011-296a-44c4-b802-11cfb50d8a6c" providerId="ADAL" clId="{F75B388B-AB3B-467A-A556-E223F3FAD3DD}" dt="2025-07-03T16:04:18.231" v="1377" actId="1076"/>
          <ac:spMkLst>
            <pc:docMk/>
            <pc:sldMk cId="77679496" sldId="258"/>
            <ac:spMk id="40" creationId="{D1B2C569-84F8-F53B-84DB-B1B8D0EFF794}"/>
          </ac:spMkLst>
        </pc:spChg>
        <pc:spChg chg="add mod">
          <ac:chgData name="Kim SAVAROCHE" userId="ad53b011-296a-44c4-b802-11cfb50d8a6c" providerId="ADAL" clId="{F75B388B-AB3B-467A-A556-E223F3FAD3DD}" dt="2025-07-03T15:22:10.884" v="1260" actId="164"/>
          <ac:spMkLst>
            <pc:docMk/>
            <pc:sldMk cId="77679496" sldId="258"/>
            <ac:spMk id="41" creationId="{2ED992A0-4EC9-50DB-7ED5-AC7BE79BDB27}"/>
          </ac:spMkLst>
        </pc:spChg>
        <pc:spChg chg="add mod">
          <ac:chgData name="Kim SAVAROCHE" userId="ad53b011-296a-44c4-b802-11cfb50d8a6c" providerId="ADAL" clId="{F75B388B-AB3B-467A-A556-E223F3FAD3DD}" dt="2025-07-03T15:22:10.884" v="1260" actId="164"/>
          <ac:spMkLst>
            <pc:docMk/>
            <pc:sldMk cId="77679496" sldId="258"/>
            <ac:spMk id="44" creationId="{4A8EEF61-82E6-22A2-BD34-125FF633A71A}"/>
          </ac:spMkLst>
        </pc:spChg>
        <pc:spChg chg="add mod">
          <ac:chgData name="Kim SAVAROCHE" userId="ad53b011-296a-44c4-b802-11cfb50d8a6c" providerId="ADAL" clId="{F75B388B-AB3B-467A-A556-E223F3FAD3DD}" dt="2025-07-03T15:22:10.884" v="1260" actId="164"/>
          <ac:spMkLst>
            <pc:docMk/>
            <pc:sldMk cId="77679496" sldId="258"/>
            <ac:spMk id="45" creationId="{561CBC97-C600-2BD3-40CC-1DB42C2ABF90}"/>
          </ac:spMkLst>
        </pc:spChg>
        <pc:spChg chg="add mod">
          <ac:chgData name="Kim SAVAROCHE" userId="ad53b011-296a-44c4-b802-11cfb50d8a6c" providerId="ADAL" clId="{F75B388B-AB3B-467A-A556-E223F3FAD3DD}" dt="2025-07-03T15:22:10.884" v="1260" actId="164"/>
          <ac:spMkLst>
            <pc:docMk/>
            <pc:sldMk cId="77679496" sldId="258"/>
            <ac:spMk id="46" creationId="{2A6CF4FD-ABFB-642F-C00C-88BC35C7F79D}"/>
          </ac:spMkLst>
        </pc:spChg>
        <pc:spChg chg="add mod">
          <ac:chgData name="Kim SAVAROCHE" userId="ad53b011-296a-44c4-b802-11cfb50d8a6c" providerId="ADAL" clId="{F75B388B-AB3B-467A-A556-E223F3FAD3DD}" dt="2025-07-03T15:22:10.884" v="1260" actId="164"/>
          <ac:spMkLst>
            <pc:docMk/>
            <pc:sldMk cId="77679496" sldId="258"/>
            <ac:spMk id="47" creationId="{08D4DA25-5F08-B3D6-C660-14E288E24CA5}"/>
          </ac:spMkLst>
        </pc:spChg>
        <pc:spChg chg="add del mod">
          <ac:chgData name="Kim SAVAROCHE" userId="ad53b011-296a-44c4-b802-11cfb50d8a6c" providerId="ADAL" clId="{F75B388B-AB3B-467A-A556-E223F3FAD3DD}" dt="2025-07-03T14:57:14.465" v="1082" actId="478"/>
          <ac:spMkLst>
            <pc:docMk/>
            <pc:sldMk cId="77679496" sldId="258"/>
            <ac:spMk id="55" creationId="{780A1CB6-6348-AF73-3B36-D50D73EFDB0C}"/>
          </ac:spMkLst>
        </pc:spChg>
        <pc:spChg chg="mod">
          <ac:chgData name="Kim SAVAROCHE" userId="ad53b011-296a-44c4-b802-11cfb50d8a6c" providerId="ADAL" clId="{F75B388B-AB3B-467A-A556-E223F3FAD3DD}" dt="2025-07-03T14:59:42.940" v="1120" actId="14100"/>
          <ac:spMkLst>
            <pc:docMk/>
            <pc:sldMk cId="77679496" sldId="258"/>
            <ac:spMk id="57" creationId="{A772412C-EF51-1ECE-33B9-E44CD9B40444}"/>
          </ac:spMkLst>
        </pc:spChg>
        <pc:spChg chg="mod">
          <ac:chgData name="Kim SAVAROCHE" userId="ad53b011-296a-44c4-b802-11cfb50d8a6c" providerId="ADAL" clId="{F75B388B-AB3B-467A-A556-E223F3FAD3DD}" dt="2025-07-03T14:59:15.362" v="1113"/>
          <ac:spMkLst>
            <pc:docMk/>
            <pc:sldMk cId="77679496" sldId="258"/>
            <ac:spMk id="58" creationId="{6330EC83-9082-2ED8-4D0D-91FBA2062317}"/>
          </ac:spMkLst>
        </pc:spChg>
        <pc:grpChg chg="add mod">
          <ac:chgData name="Kim SAVAROCHE" userId="ad53b011-296a-44c4-b802-11cfb50d8a6c" providerId="ADAL" clId="{F75B388B-AB3B-467A-A556-E223F3FAD3DD}" dt="2025-07-03T15:25:47.604" v="1284" actId="1076"/>
          <ac:grpSpMkLst>
            <pc:docMk/>
            <pc:sldMk cId="77679496" sldId="258"/>
            <ac:grpSpMk id="5" creationId="{C49AEE2A-3AC2-A9B5-AFDD-E154610191ED}"/>
          </ac:grpSpMkLst>
        </pc:grpChg>
        <pc:grpChg chg="add mod">
          <ac:chgData name="Kim SAVAROCHE" userId="ad53b011-296a-44c4-b802-11cfb50d8a6c" providerId="ADAL" clId="{F75B388B-AB3B-467A-A556-E223F3FAD3DD}" dt="2025-07-03T15:25:44.444" v="1283" actId="1076"/>
          <ac:grpSpMkLst>
            <pc:docMk/>
            <pc:sldMk cId="77679496" sldId="258"/>
            <ac:grpSpMk id="6" creationId="{A87B6D80-EF99-D431-5C30-E4ED33E62FE1}"/>
          </ac:grpSpMkLst>
        </pc:grpChg>
        <pc:grpChg chg="add mod">
          <ac:chgData name="Kim SAVAROCHE" userId="ad53b011-296a-44c4-b802-11cfb50d8a6c" providerId="ADAL" clId="{F75B388B-AB3B-467A-A556-E223F3FAD3DD}" dt="2025-07-03T15:26:13.271" v="1291" actId="1076"/>
          <ac:grpSpMkLst>
            <pc:docMk/>
            <pc:sldMk cId="77679496" sldId="258"/>
            <ac:grpSpMk id="7" creationId="{D5CDEB07-ECCE-2906-C18A-03E46FC1F77E}"/>
          </ac:grpSpMkLst>
        </pc:grpChg>
        <pc:grpChg chg="add mod">
          <ac:chgData name="Kim SAVAROCHE" userId="ad53b011-296a-44c4-b802-11cfb50d8a6c" providerId="ADAL" clId="{F75B388B-AB3B-467A-A556-E223F3FAD3DD}" dt="2025-07-02T14:38:16.780" v="471" actId="164"/>
          <ac:grpSpMkLst>
            <pc:docMk/>
            <pc:sldMk cId="77679496" sldId="258"/>
            <ac:grpSpMk id="8" creationId="{005F2FA9-DC3E-A12F-EC95-F81A9F7EC893}"/>
          </ac:grpSpMkLst>
        </pc:grpChg>
        <pc:grpChg chg="add mod">
          <ac:chgData name="Kim SAVAROCHE" userId="ad53b011-296a-44c4-b802-11cfb50d8a6c" providerId="ADAL" clId="{F75B388B-AB3B-467A-A556-E223F3FAD3DD}" dt="2025-07-03T15:26:00.524" v="1287" actId="1076"/>
          <ac:grpSpMkLst>
            <pc:docMk/>
            <pc:sldMk cId="77679496" sldId="258"/>
            <ac:grpSpMk id="8" creationId="{6702010D-DBD9-2ABD-AC37-EEE545C336C0}"/>
          </ac:grpSpMkLst>
        </pc:grpChg>
        <pc:grpChg chg="add mod">
          <ac:chgData name="Kim SAVAROCHE" userId="ad53b011-296a-44c4-b802-11cfb50d8a6c" providerId="ADAL" clId="{F75B388B-AB3B-467A-A556-E223F3FAD3DD}" dt="2025-07-03T15:22:10.884" v="1260" actId="164"/>
          <ac:grpSpMkLst>
            <pc:docMk/>
            <pc:sldMk cId="77679496" sldId="258"/>
            <ac:grpSpMk id="13" creationId="{51460CFD-4B2A-75A0-4405-29BB9F1589BB}"/>
          </ac:grpSpMkLst>
        </pc:grpChg>
        <pc:grpChg chg="add mod">
          <ac:chgData name="Kim SAVAROCHE" userId="ad53b011-296a-44c4-b802-11cfb50d8a6c" providerId="ADAL" clId="{F75B388B-AB3B-467A-A556-E223F3FAD3DD}" dt="2025-07-03T15:21:49.107" v="1254" actId="164"/>
          <ac:grpSpMkLst>
            <pc:docMk/>
            <pc:sldMk cId="77679496" sldId="258"/>
            <ac:grpSpMk id="17" creationId="{D009C26D-19CC-6E7A-9F66-0C2B3427CF59}"/>
          </ac:grpSpMkLst>
        </pc:grpChg>
        <pc:grpChg chg="add mod">
          <ac:chgData name="Kim SAVAROCHE" userId="ad53b011-296a-44c4-b802-11cfb50d8a6c" providerId="ADAL" clId="{F75B388B-AB3B-467A-A556-E223F3FAD3DD}" dt="2025-07-02T14:38:06.103" v="468" actId="164"/>
          <ac:grpSpMkLst>
            <pc:docMk/>
            <pc:sldMk cId="77679496" sldId="258"/>
            <ac:grpSpMk id="23" creationId="{50DD2432-34FB-3779-84E2-44720D1DB488}"/>
          </ac:grpSpMkLst>
        </pc:grpChg>
        <pc:grpChg chg="add mod">
          <ac:chgData name="Kim SAVAROCHE" userId="ad53b011-296a-44c4-b802-11cfb50d8a6c" providerId="ADAL" clId="{F75B388B-AB3B-467A-A556-E223F3FAD3DD}" dt="2025-07-03T15:21:19.019" v="1246" actId="164"/>
          <ac:grpSpMkLst>
            <pc:docMk/>
            <pc:sldMk cId="77679496" sldId="258"/>
            <ac:grpSpMk id="23" creationId="{DF004A99-AACC-A8FD-21E2-D798639CCC79}"/>
          </ac:grpSpMkLst>
        </pc:grpChg>
        <pc:grpChg chg="add del mod">
          <ac:chgData name="Kim SAVAROCHE" userId="ad53b011-296a-44c4-b802-11cfb50d8a6c" providerId="ADAL" clId="{F75B388B-AB3B-467A-A556-E223F3FAD3DD}" dt="2025-07-03T14:56:37.795" v="1077" actId="478"/>
          <ac:grpSpMkLst>
            <pc:docMk/>
            <pc:sldMk cId="77679496" sldId="258"/>
            <ac:grpSpMk id="24" creationId="{E20312DD-34A5-3F7D-F14E-71218B529B83}"/>
          </ac:grpSpMkLst>
        </pc:grpChg>
        <pc:grpChg chg="add mod">
          <ac:chgData name="Kim SAVAROCHE" userId="ad53b011-296a-44c4-b802-11cfb50d8a6c" providerId="ADAL" clId="{F75B388B-AB3B-467A-A556-E223F3FAD3DD}" dt="2025-07-03T14:58:17.035" v="1093" actId="164"/>
          <ac:grpSpMkLst>
            <pc:docMk/>
            <pc:sldMk cId="77679496" sldId="258"/>
            <ac:grpSpMk id="56" creationId="{4C5346EF-8071-A2FD-36BB-7D274D3A8732}"/>
          </ac:grpSpMkLst>
        </pc:grpChg>
        <pc:grpChg chg="add mod">
          <ac:chgData name="Kim SAVAROCHE" userId="ad53b011-296a-44c4-b802-11cfb50d8a6c" providerId="ADAL" clId="{F75B388B-AB3B-467A-A556-E223F3FAD3DD}" dt="2025-07-03T15:21:25.219" v="1248" actId="164"/>
          <ac:grpSpMkLst>
            <pc:docMk/>
            <pc:sldMk cId="77679496" sldId="258"/>
            <ac:grpSpMk id="59" creationId="{124D48A5-761C-272A-33F6-E6E13FB1F618}"/>
          </ac:grpSpMkLst>
        </pc:grpChg>
        <pc:graphicFrameChg chg="add del mod modGraphic">
          <ac:chgData name="Kim SAVAROCHE" userId="ad53b011-296a-44c4-b802-11cfb50d8a6c" providerId="ADAL" clId="{F75B388B-AB3B-467A-A556-E223F3FAD3DD}" dt="2025-07-03T14:55:51.898" v="1070" actId="21"/>
          <ac:graphicFrameMkLst>
            <pc:docMk/>
            <pc:sldMk cId="77679496" sldId="258"/>
            <ac:graphicFrameMk id="25" creationId="{E08C7CF1-27A3-E4D6-2275-6E8F92E10FCC}"/>
          </ac:graphicFrameMkLst>
        </pc:graphicFrameChg>
        <pc:graphicFrameChg chg="add del mod modGraphic">
          <ac:chgData name="Kim SAVAROCHE" userId="ad53b011-296a-44c4-b802-11cfb50d8a6c" providerId="ADAL" clId="{F75B388B-AB3B-467A-A556-E223F3FAD3DD}" dt="2025-07-03T14:55:55.245" v="1072" actId="21"/>
          <ac:graphicFrameMkLst>
            <pc:docMk/>
            <pc:sldMk cId="77679496" sldId="258"/>
            <ac:graphicFrameMk id="26" creationId="{DBF1B3AF-A777-ABD5-4E09-7CC457C7842F}"/>
          </ac:graphicFrameMkLst>
        </pc:graphicFrameChg>
        <pc:picChg chg="add mod">
          <ac:chgData name="Kim SAVAROCHE" userId="ad53b011-296a-44c4-b802-11cfb50d8a6c" providerId="ADAL" clId="{F75B388B-AB3B-467A-A556-E223F3FAD3DD}" dt="2025-07-03T15:26:34.672" v="1301" actId="1076"/>
          <ac:picMkLst>
            <pc:docMk/>
            <pc:sldMk cId="77679496" sldId="258"/>
            <ac:picMk id="4" creationId="{6E8C971A-C096-40BE-2BD5-A2271E2E5402}"/>
          </ac:picMkLst>
        </pc:picChg>
        <pc:picChg chg="add mod">
          <ac:chgData name="Kim SAVAROCHE" userId="ad53b011-296a-44c4-b802-11cfb50d8a6c" providerId="ADAL" clId="{F75B388B-AB3B-467A-A556-E223F3FAD3DD}" dt="2025-07-03T16:03:59.068" v="1363" actId="1076"/>
          <ac:picMkLst>
            <pc:docMk/>
            <pc:sldMk cId="77679496" sldId="258"/>
            <ac:picMk id="24" creationId="{90092A49-27B9-806A-B003-A370A7A38BD7}"/>
          </ac:picMkLst>
        </pc:picChg>
        <pc:picChg chg="add del mod">
          <ac:chgData name="Kim SAVAROCHE" userId="ad53b011-296a-44c4-b802-11cfb50d8a6c" providerId="ADAL" clId="{F75B388B-AB3B-467A-A556-E223F3FAD3DD}" dt="2025-07-03T14:56:36.543" v="1076" actId="478"/>
          <ac:picMkLst>
            <pc:docMk/>
            <pc:sldMk cId="77679496" sldId="258"/>
            <ac:picMk id="38" creationId="{EAF58D73-CE3D-8C70-1C4E-BD918376ABEE}"/>
          </ac:picMkLst>
        </pc:picChg>
        <pc:picChg chg="add del mod">
          <ac:chgData name="Kim SAVAROCHE" userId="ad53b011-296a-44c4-b802-11cfb50d8a6c" providerId="ADAL" clId="{F75B388B-AB3B-467A-A556-E223F3FAD3DD}" dt="2025-07-03T14:56:36.543" v="1076" actId="478"/>
          <ac:picMkLst>
            <pc:docMk/>
            <pc:sldMk cId="77679496" sldId="258"/>
            <ac:picMk id="40" creationId="{A38F9BD9-0A85-74DD-C7A9-7151D02AE253}"/>
          </ac:picMkLst>
        </pc:picChg>
        <pc:picChg chg="add del mod">
          <ac:chgData name="Kim SAVAROCHE" userId="ad53b011-296a-44c4-b802-11cfb50d8a6c" providerId="ADAL" clId="{F75B388B-AB3B-467A-A556-E223F3FAD3DD}" dt="2025-07-03T14:56:36.543" v="1076" actId="478"/>
          <ac:picMkLst>
            <pc:docMk/>
            <pc:sldMk cId="77679496" sldId="258"/>
            <ac:picMk id="42" creationId="{98F51C56-90D7-350B-D804-DAF98A72AD62}"/>
          </ac:picMkLst>
        </pc:picChg>
        <pc:picChg chg="add del mod">
          <ac:chgData name="Kim SAVAROCHE" userId="ad53b011-296a-44c4-b802-11cfb50d8a6c" providerId="ADAL" clId="{F75B388B-AB3B-467A-A556-E223F3FAD3DD}" dt="2025-07-03T14:56:36.543" v="1076" actId="478"/>
          <ac:picMkLst>
            <pc:docMk/>
            <pc:sldMk cId="77679496" sldId="258"/>
            <ac:picMk id="43" creationId="{158A7A38-BDAF-4A81-CD33-5572423FAE69}"/>
          </ac:picMkLst>
        </pc:picChg>
        <pc:picChg chg="add mod">
          <ac:chgData name="Kim SAVAROCHE" userId="ad53b011-296a-44c4-b802-11cfb50d8a6c" providerId="ADAL" clId="{F75B388B-AB3B-467A-A556-E223F3FAD3DD}" dt="2025-07-03T15:21:49.107" v="1254" actId="164"/>
          <ac:picMkLst>
            <pc:docMk/>
            <pc:sldMk cId="77679496" sldId="258"/>
            <ac:picMk id="49" creationId="{419ADCC7-B1F5-5D9E-C2C4-5651B2D9EF28}"/>
          </ac:picMkLst>
        </pc:picChg>
        <pc:picChg chg="add mod">
          <ac:chgData name="Kim SAVAROCHE" userId="ad53b011-296a-44c4-b802-11cfb50d8a6c" providerId="ADAL" clId="{F75B388B-AB3B-467A-A556-E223F3FAD3DD}" dt="2025-07-03T15:21:49.107" v="1254" actId="164"/>
          <ac:picMkLst>
            <pc:docMk/>
            <pc:sldMk cId="77679496" sldId="258"/>
            <ac:picMk id="50" creationId="{B44724A1-CC24-413E-3DB3-C4C99AD02CB7}"/>
          </ac:picMkLst>
        </pc:picChg>
        <pc:picChg chg="add mod">
          <ac:chgData name="Kim SAVAROCHE" userId="ad53b011-296a-44c4-b802-11cfb50d8a6c" providerId="ADAL" clId="{F75B388B-AB3B-467A-A556-E223F3FAD3DD}" dt="2025-07-03T15:22:10.884" v="1260" actId="164"/>
          <ac:picMkLst>
            <pc:docMk/>
            <pc:sldMk cId="77679496" sldId="258"/>
            <ac:picMk id="51" creationId="{FF2E818C-725A-CB1E-837E-1A8EAFBA2CB4}"/>
          </ac:picMkLst>
        </pc:picChg>
        <pc:picChg chg="add mod">
          <ac:chgData name="Kim SAVAROCHE" userId="ad53b011-296a-44c4-b802-11cfb50d8a6c" providerId="ADAL" clId="{F75B388B-AB3B-467A-A556-E223F3FAD3DD}" dt="2025-07-03T15:22:10.884" v="1260" actId="164"/>
          <ac:picMkLst>
            <pc:docMk/>
            <pc:sldMk cId="77679496" sldId="258"/>
            <ac:picMk id="52" creationId="{3A5D2945-2D80-8483-1ACF-71CBF62197F2}"/>
          </ac:picMkLst>
        </pc:picChg>
        <pc:picChg chg="add mod">
          <ac:chgData name="Kim SAVAROCHE" userId="ad53b011-296a-44c4-b802-11cfb50d8a6c" providerId="ADAL" clId="{F75B388B-AB3B-467A-A556-E223F3FAD3DD}" dt="2025-07-03T15:22:10.884" v="1260" actId="164"/>
          <ac:picMkLst>
            <pc:docMk/>
            <pc:sldMk cId="77679496" sldId="258"/>
            <ac:picMk id="53" creationId="{AE031BBC-0869-5E8B-2848-68C2FF2E3AFF}"/>
          </ac:picMkLst>
        </pc:picChg>
        <pc:picChg chg="add mod">
          <ac:chgData name="Kim SAVAROCHE" userId="ad53b011-296a-44c4-b802-11cfb50d8a6c" providerId="ADAL" clId="{F75B388B-AB3B-467A-A556-E223F3FAD3DD}" dt="2025-07-03T15:21:49.107" v="1254" actId="164"/>
          <ac:picMkLst>
            <pc:docMk/>
            <pc:sldMk cId="77679496" sldId="258"/>
            <ac:picMk id="54" creationId="{6B9982F8-9339-3E94-5C99-748C8F832980}"/>
          </ac:picMkLst>
        </pc:picChg>
        <pc:cxnChg chg="add mod">
          <ac:chgData name="Kim SAVAROCHE" userId="ad53b011-296a-44c4-b802-11cfb50d8a6c" providerId="ADAL" clId="{F75B388B-AB3B-467A-A556-E223F3FAD3DD}" dt="2025-07-03T14:56:37.795" v="1077" actId="478"/>
          <ac:cxnSpMkLst>
            <pc:docMk/>
            <pc:sldMk cId="77679496" sldId="258"/>
            <ac:cxnSpMk id="11" creationId="{FD39F72E-A61A-86BF-883E-B9A2D04ECD80}"/>
          </ac:cxnSpMkLst>
        </pc:cxnChg>
        <pc:cxnChg chg="add mod">
          <ac:chgData name="Kim SAVAROCHE" userId="ad53b011-296a-44c4-b802-11cfb50d8a6c" providerId="ADAL" clId="{F75B388B-AB3B-467A-A556-E223F3FAD3DD}" dt="2025-07-03T14:56:37.795" v="1077" actId="478"/>
          <ac:cxnSpMkLst>
            <pc:docMk/>
            <pc:sldMk cId="77679496" sldId="258"/>
            <ac:cxnSpMk id="12" creationId="{99C3B59A-1A68-6153-3C0F-2249C3A3DD9E}"/>
          </ac:cxnSpMkLst>
        </pc:cxnChg>
        <pc:cxnChg chg="add mod">
          <ac:chgData name="Kim SAVAROCHE" userId="ad53b011-296a-44c4-b802-11cfb50d8a6c" providerId="ADAL" clId="{F75B388B-AB3B-467A-A556-E223F3FAD3DD}" dt="2025-07-03T14:56:37.795" v="1077" actId="478"/>
          <ac:cxnSpMkLst>
            <pc:docMk/>
            <pc:sldMk cId="77679496" sldId="258"/>
            <ac:cxnSpMk id="15" creationId="{764069C6-CEA5-C20A-6084-3D30E6621F33}"/>
          </ac:cxnSpMkLst>
        </pc:cxnChg>
        <pc:cxnChg chg="add mod">
          <ac:chgData name="Kim SAVAROCHE" userId="ad53b011-296a-44c4-b802-11cfb50d8a6c" providerId="ADAL" clId="{F75B388B-AB3B-467A-A556-E223F3FAD3DD}" dt="2025-07-03T16:03:59.068" v="1363" actId="1076"/>
          <ac:cxnSpMkLst>
            <pc:docMk/>
            <pc:sldMk cId="77679496" sldId="258"/>
            <ac:cxnSpMk id="30" creationId="{C46AC885-5171-3B5A-94B3-F4B56E16588F}"/>
          </ac:cxnSpMkLst>
        </pc:cxnChg>
        <pc:cxnChg chg="add mod">
          <ac:chgData name="Kim SAVAROCHE" userId="ad53b011-296a-44c4-b802-11cfb50d8a6c" providerId="ADAL" clId="{F75B388B-AB3B-467A-A556-E223F3FAD3DD}" dt="2025-07-03T15:26:13.271" v="1291" actId="1076"/>
          <ac:cxnSpMkLst>
            <pc:docMk/>
            <pc:sldMk cId="77679496" sldId="258"/>
            <ac:cxnSpMk id="48" creationId="{FC1E4AC3-E9FA-C6DF-77B6-9A0A7F16AB45}"/>
          </ac:cxnSpMkLst>
        </pc:cxnChg>
        <pc:cxnChg chg="add mod">
          <ac:chgData name="Kim SAVAROCHE" userId="ad53b011-296a-44c4-b802-11cfb50d8a6c" providerId="ADAL" clId="{F75B388B-AB3B-467A-A556-E223F3FAD3DD}" dt="2025-07-03T15:26:13.271" v="1291" actId="1076"/>
          <ac:cxnSpMkLst>
            <pc:docMk/>
            <pc:sldMk cId="77679496" sldId="258"/>
            <ac:cxnSpMk id="64" creationId="{0888E0A6-54C2-1E75-8880-6F6D691298AB}"/>
          </ac:cxnSpMkLst>
        </pc:cxnChg>
      </pc:sldChg>
      <pc:sldChg chg="addSp delSp modSp mod">
        <pc:chgData name="Kim SAVAROCHE" userId="ad53b011-296a-44c4-b802-11cfb50d8a6c" providerId="ADAL" clId="{F75B388B-AB3B-467A-A556-E223F3FAD3DD}" dt="2025-07-03T16:05:06.759" v="1391"/>
        <pc:sldMkLst>
          <pc:docMk/>
          <pc:sldMk cId="1988054261" sldId="259"/>
        </pc:sldMkLst>
        <pc:spChg chg="add mod">
          <ac:chgData name="Kim SAVAROCHE" userId="ad53b011-296a-44c4-b802-11cfb50d8a6c" providerId="ADAL" clId="{F75B388B-AB3B-467A-A556-E223F3FAD3DD}" dt="2025-07-03T16:04:41.463" v="1381" actId="1076"/>
          <ac:spMkLst>
            <pc:docMk/>
            <pc:sldMk cId="1988054261" sldId="259"/>
            <ac:spMk id="4" creationId="{7B57218E-0FD1-9EE0-A3C9-CE08C2BEDAF4}"/>
          </ac:spMkLst>
        </pc:spChg>
        <pc:spChg chg="add del mod">
          <ac:chgData name="Kim SAVAROCHE" userId="ad53b011-296a-44c4-b802-11cfb50d8a6c" providerId="ADAL" clId="{F75B388B-AB3B-467A-A556-E223F3FAD3DD}" dt="2025-07-03T16:04:33.160" v="1380"/>
          <ac:spMkLst>
            <pc:docMk/>
            <pc:sldMk cId="1988054261" sldId="259"/>
            <ac:spMk id="9" creationId="{03B3EB41-E1BA-CF67-B04C-F5A1E509576B}"/>
          </ac:spMkLst>
        </pc:spChg>
        <pc:graphicFrameChg chg="add mod modGraphic">
          <ac:chgData name="Kim SAVAROCHE" userId="ad53b011-296a-44c4-b802-11cfb50d8a6c" providerId="ADAL" clId="{F75B388B-AB3B-467A-A556-E223F3FAD3DD}" dt="2025-07-03T16:05:06.759" v="1391"/>
          <ac:graphicFrameMkLst>
            <pc:docMk/>
            <pc:sldMk cId="1988054261" sldId="259"/>
            <ac:graphicFrameMk id="3" creationId="{3EE23B08-EC55-BE6E-61DC-F0F7BC337D08}"/>
          </ac:graphicFrameMkLst>
        </pc:graphicFrameChg>
        <pc:picChg chg="add del mod">
          <ac:chgData name="Kim SAVAROCHE" userId="ad53b011-296a-44c4-b802-11cfb50d8a6c" providerId="ADAL" clId="{F75B388B-AB3B-467A-A556-E223F3FAD3DD}" dt="2025-07-03T15:28:47.471" v="1314" actId="478"/>
          <ac:picMkLst>
            <pc:docMk/>
            <pc:sldMk cId="1988054261" sldId="259"/>
            <ac:picMk id="6" creationId="{589DF5F1-7F86-E9B6-F686-FFF50404FBE5}"/>
          </ac:picMkLst>
        </pc:picChg>
        <pc:picChg chg="add mod">
          <ac:chgData name="Kim SAVAROCHE" userId="ad53b011-296a-44c4-b802-11cfb50d8a6c" providerId="ADAL" clId="{F75B388B-AB3B-467A-A556-E223F3FAD3DD}" dt="2025-07-03T15:29:02.701" v="1321" actId="1076"/>
          <ac:picMkLst>
            <pc:docMk/>
            <pc:sldMk cId="1988054261" sldId="259"/>
            <ac:picMk id="8" creationId="{095FA306-0781-BA7E-5969-5B13ACE7499C}"/>
          </ac:picMkLst>
        </pc:picChg>
      </pc:sldChg>
      <pc:sldChg chg="addSp modSp mod">
        <pc:chgData name="Kim SAVAROCHE" userId="ad53b011-296a-44c4-b802-11cfb50d8a6c" providerId="ADAL" clId="{F75B388B-AB3B-467A-A556-E223F3FAD3DD}" dt="2025-07-03T16:05:15.973" v="1393" actId="14100"/>
        <pc:sldMkLst>
          <pc:docMk/>
          <pc:sldMk cId="1033970835" sldId="260"/>
        </pc:sldMkLst>
        <pc:spChg chg="mod">
          <ac:chgData name="Kim SAVAROCHE" userId="ad53b011-296a-44c4-b802-11cfb50d8a6c" providerId="ADAL" clId="{F75B388B-AB3B-467A-A556-E223F3FAD3DD}" dt="2025-07-03T15:03:00.853" v="1160" actId="20577"/>
          <ac:spMkLst>
            <pc:docMk/>
            <pc:sldMk cId="1033970835" sldId="260"/>
            <ac:spMk id="2" creationId="{2996194C-5160-6CEF-0D1B-52A4FDF33F10}"/>
          </ac:spMkLst>
        </pc:spChg>
        <pc:spChg chg="add mod">
          <ac:chgData name="Kim SAVAROCHE" userId="ad53b011-296a-44c4-b802-11cfb50d8a6c" providerId="ADAL" clId="{F75B388B-AB3B-467A-A556-E223F3FAD3DD}" dt="2025-07-03T15:14:48.443" v="1232" actId="20577"/>
          <ac:spMkLst>
            <pc:docMk/>
            <pc:sldMk cId="1033970835" sldId="260"/>
            <ac:spMk id="5" creationId="{AB657EEC-6C7C-6491-067B-C5AC345F5DB9}"/>
          </ac:spMkLst>
        </pc:spChg>
        <pc:graphicFrameChg chg="add mod modGraphic">
          <ac:chgData name="Kim SAVAROCHE" userId="ad53b011-296a-44c4-b802-11cfb50d8a6c" providerId="ADAL" clId="{F75B388B-AB3B-467A-A556-E223F3FAD3DD}" dt="2025-07-03T16:05:13.163" v="1392" actId="14100"/>
          <ac:graphicFrameMkLst>
            <pc:docMk/>
            <pc:sldMk cId="1033970835" sldId="260"/>
            <ac:graphicFrameMk id="3" creationId="{F9361A9F-2E44-1669-B253-469732F79258}"/>
          </ac:graphicFrameMkLst>
        </pc:graphicFrameChg>
        <pc:graphicFrameChg chg="add mod modGraphic">
          <ac:chgData name="Kim SAVAROCHE" userId="ad53b011-296a-44c4-b802-11cfb50d8a6c" providerId="ADAL" clId="{F75B388B-AB3B-467A-A556-E223F3FAD3DD}" dt="2025-07-03T16:05:15.973" v="1393" actId="14100"/>
          <ac:graphicFrameMkLst>
            <pc:docMk/>
            <pc:sldMk cId="1033970835" sldId="260"/>
            <ac:graphicFrameMk id="4" creationId="{7AAB5A0B-B4CD-068C-3888-60D96B53E520}"/>
          </ac:graphicFrameMkLst>
        </pc:graphicFrameChg>
      </pc:sldChg>
      <pc:sldChg chg="addSp modSp mod">
        <pc:chgData name="Kim SAVAROCHE" userId="ad53b011-296a-44c4-b802-11cfb50d8a6c" providerId="ADAL" clId="{F75B388B-AB3B-467A-A556-E223F3FAD3DD}" dt="2025-07-03T15:30:15.740" v="1326" actId="14100"/>
        <pc:sldMkLst>
          <pc:docMk/>
          <pc:sldMk cId="3035008000" sldId="261"/>
        </pc:sldMkLst>
        <pc:spChg chg="add mod">
          <ac:chgData name="Kim SAVAROCHE" userId="ad53b011-296a-44c4-b802-11cfb50d8a6c" providerId="ADAL" clId="{F75B388B-AB3B-467A-A556-E223F3FAD3DD}" dt="2025-07-03T15:30:12.811" v="1325" actId="14100"/>
          <ac:spMkLst>
            <pc:docMk/>
            <pc:sldMk cId="3035008000" sldId="261"/>
            <ac:spMk id="4" creationId="{034F0A75-CA0C-ED79-23C1-833AE0D2B00D}"/>
          </ac:spMkLst>
        </pc:spChg>
        <pc:graphicFrameChg chg="add mod modGraphic">
          <ac:chgData name="Kim SAVAROCHE" userId="ad53b011-296a-44c4-b802-11cfb50d8a6c" providerId="ADAL" clId="{F75B388B-AB3B-467A-A556-E223F3FAD3DD}" dt="2025-07-03T15:30:15.740" v="1326" actId="14100"/>
          <ac:graphicFrameMkLst>
            <pc:docMk/>
            <pc:sldMk cId="3035008000" sldId="261"/>
            <ac:graphicFrameMk id="3" creationId="{E7C54E90-48F6-7DE0-D974-9D0DEDE54520}"/>
          </ac:graphicFrameMkLst>
        </pc:graphicFrameChg>
        <pc:picChg chg="add mod">
          <ac:chgData name="Kim SAVAROCHE" userId="ad53b011-296a-44c4-b802-11cfb50d8a6c" providerId="ADAL" clId="{F75B388B-AB3B-467A-A556-E223F3FAD3DD}" dt="2025-07-03T15:30:09.292" v="1324" actId="1076"/>
          <ac:picMkLst>
            <pc:docMk/>
            <pc:sldMk cId="3035008000" sldId="261"/>
            <ac:picMk id="6" creationId="{DED40B3D-9042-5385-6969-4D31BF4AF04F}"/>
          </ac:picMkLst>
        </pc:picChg>
      </pc:sldChg>
      <pc:sldChg chg="del">
        <pc:chgData name="Kim SAVAROCHE" userId="ad53b011-296a-44c4-b802-11cfb50d8a6c" providerId="ADAL" clId="{F75B388B-AB3B-467A-A556-E223F3FAD3DD}" dt="2025-07-03T15:31:12.556" v="1327" actId="47"/>
        <pc:sldMkLst>
          <pc:docMk/>
          <pc:sldMk cId="2817540003" sldId="262"/>
        </pc:sldMkLst>
      </pc:sldChg>
      <pc:sldChg chg="addSp modSp mod">
        <pc:chgData name="Kim SAVAROCHE" userId="ad53b011-296a-44c4-b802-11cfb50d8a6c" providerId="ADAL" clId="{F75B388B-AB3B-467A-A556-E223F3FAD3DD}" dt="2025-07-03T16:22:47.433" v="1410" actId="1076"/>
        <pc:sldMkLst>
          <pc:docMk/>
          <pc:sldMk cId="2393350389" sldId="263"/>
        </pc:sldMkLst>
        <pc:spChg chg="mod">
          <ac:chgData name="Kim SAVAROCHE" userId="ad53b011-296a-44c4-b802-11cfb50d8a6c" providerId="ADAL" clId="{F75B388B-AB3B-467A-A556-E223F3FAD3DD}" dt="2025-07-03T15:36:34.942" v="1338" actId="20577"/>
          <ac:spMkLst>
            <pc:docMk/>
            <pc:sldMk cId="2393350389" sldId="263"/>
            <ac:spMk id="2" creationId="{2996194C-5160-6CEF-0D1B-52A4FDF33F10}"/>
          </ac:spMkLst>
        </pc:spChg>
        <pc:spChg chg="add mod">
          <ac:chgData name="Kim SAVAROCHE" userId="ad53b011-296a-44c4-b802-11cfb50d8a6c" providerId="ADAL" clId="{F75B388B-AB3B-467A-A556-E223F3FAD3DD}" dt="2025-07-03T16:22:47.433" v="1410" actId="1076"/>
          <ac:spMkLst>
            <pc:docMk/>
            <pc:sldMk cId="2393350389" sldId="263"/>
            <ac:spMk id="5" creationId="{637D4943-45B0-E40C-74C2-A9FEB49D7260}"/>
          </ac:spMkLst>
        </pc:spChg>
        <pc:spChg chg="add mod">
          <ac:chgData name="Kim SAVAROCHE" userId="ad53b011-296a-44c4-b802-11cfb50d8a6c" providerId="ADAL" clId="{F75B388B-AB3B-467A-A556-E223F3FAD3DD}" dt="2025-07-03T16:22:43.192" v="1409" actId="1076"/>
          <ac:spMkLst>
            <pc:docMk/>
            <pc:sldMk cId="2393350389" sldId="263"/>
            <ac:spMk id="7" creationId="{A908FCCC-1048-B4FE-E40E-1674E319F4D5}"/>
          </ac:spMkLst>
        </pc:spChg>
        <pc:graphicFrameChg chg="add mod modGraphic">
          <ac:chgData name="Kim SAVAROCHE" userId="ad53b011-296a-44c4-b802-11cfb50d8a6c" providerId="ADAL" clId="{F75B388B-AB3B-467A-A556-E223F3FAD3DD}" dt="2025-07-03T15:36:39.553" v="1339" actId="1076"/>
          <ac:graphicFrameMkLst>
            <pc:docMk/>
            <pc:sldMk cId="2393350389" sldId="263"/>
            <ac:graphicFrameMk id="3" creationId="{C5330740-467D-EDB8-D275-50C471AFD6CC}"/>
          </ac:graphicFrameMkLst>
        </pc:graphicFrameChg>
      </pc:sldChg>
      <pc:sldChg chg="new del">
        <pc:chgData name="Kim SAVAROCHE" userId="ad53b011-296a-44c4-b802-11cfb50d8a6c" providerId="ADAL" clId="{F75B388B-AB3B-467A-A556-E223F3FAD3DD}" dt="2025-07-02T14:09:52.694" v="61" actId="47"/>
        <pc:sldMkLst>
          <pc:docMk/>
          <pc:sldMk cId="2200195926" sldId="264"/>
        </pc:sldMkLst>
      </pc:sldChg>
      <pc:sldChg chg="addSp delSp modSp add mod">
        <pc:chgData name="Kim SAVAROCHE" userId="ad53b011-296a-44c4-b802-11cfb50d8a6c" providerId="ADAL" clId="{F75B388B-AB3B-467A-A556-E223F3FAD3DD}" dt="2025-07-03T17:29:29.198" v="1415" actId="1076"/>
        <pc:sldMkLst>
          <pc:docMk/>
          <pc:sldMk cId="2397496294" sldId="264"/>
        </pc:sldMkLst>
        <pc:spChg chg="mod">
          <ac:chgData name="Kim SAVAROCHE" userId="ad53b011-296a-44c4-b802-11cfb50d8a6c" providerId="ADAL" clId="{F75B388B-AB3B-467A-A556-E223F3FAD3DD}" dt="2025-07-02T15:21:28.082" v="1060" actId="20577"/>
          <ac:spMkLst>
            <pc:docMk/>
            <pc:sldMk cId="2397496294" sldId="264"/>
            <ac:spMk id="2" creationId="{2996194C-5160-6CEF-0D1B-52A4FDF33F10}"/>
          </ac:spMkLst>
        </pc:spChg>
        <pc:spChg chg="del">
          <ac:chgData name="Kim SAVAROCHE" userId="ad53b011-296a-44c4-b802-11cfb50d8a6c" providerId="ADAL" clId="{F75B388B-AB3B-467A-A556-E223F3FAD3DD}" dt="2025-07-02T15:21:16.504" v="1037" actId="478"/>
          <ac:spMkLst>
            <pc:docMk/>
            <pc:sldMk cId="2397496294" sldId="264"/>
            <ac:spMk id="4" creationId="{7B57218E-0FD1-9EE0-A3C9-CE08C2BEDAF4}"/>
          </ac:spMkLst>
        </pc:spChg>
        <pc:graphicFrameChg chg="del">
          <ac:chgData name="Kim SAVAROCHE" userId="ad53b011-296a-44c4-b802-11cfb50d8a6c" providerId="ADAL" clId="{F75B388B-AB3B-467A-A556-E223F3FAD3DD}" dt="2025-07-02T15:21:19.961" v="1038" actId="478"/>
          <ac:graphicFrameMkLst>
            <pc:docMk/>
            <pc:sldMk cId="2397496294" sldId="264"/>
            <ac:graphicFrameMk id="3" creationId="{3EE23B08-EC55-BE6E-61DC-F0F7BC337D08}"/>
          </ac:graphicFrameMkLst>
        </pc:graphicFrameChg>
        <pc:picChg chg="add mod">
          <ac:chgData name="Kim SAVAROCHE" userId="ad53b011-296a-44c4-b802-11cfb50d8a6c" providerId="ADAL" clId="{F75B388B-AB3B-467A-A556-E223F3FAD3DD}" dt="2025-07-03T17:29:29.198" v="1415" actId="1076"/>
          <ac:picMkLst>
            <pc:docMk/>
            <pc:sldMk cId="2397496294" sldId="264"/>
            <ac:picMk id="4" creationId="{F3F7A48B-62C2-0C00-DCEE-9EC4008B0022}"/>
          </ac:picMkLst>
        </pc:picChg>
      </pc:sldChg>
      <pc:sldChg chg="addSp delSp modSp new del mod">
        <pc:chgData name="Kim SAVAROCHE" userId="ad53b011-296a-44c4-b802-11cfb50d8a6c" providerId="ADAL" clId="{F75B388B-AB3B-467A-A556-E223F3FAD3DD}" dt="2025-07-03T09:46:07.979" v="1069" actId="47"/>
        <pc:sldMkLst>
          <pc:docMk/>
          <pc:sldMk cId="1408345677" sldId="265"/>
        </pc:sldMkLst>
        <pc:spChg chg="add mod">
          <ac:chgData name="Kim SAVAROCHE" userId="ad53b011-296a-44c4-b802-11cfb50d8a6c" providerId="ADAL" clId="{F75B388B-AB3B-467A-A556-E223F3FAD3DD}" dt="2025-07-03T09:45:51.086" v="1062"/>
          <ac:spMkLst>
            <pc:docMk/>
            <pc:sldMk cId="1408345677" sldId="265"/>
            <ac:spMk id="6" creationId="{10DB1A51-9FD7-F4FF-1B74-3EEB12307DAC}"/>
          </ac:spMkLst>
        </pc:spChg>
        <pc:graphicFrameChg chg="add del mod">
          <ac:chgData name="Kim SAVAROCHE" userId="ad53b011-296a-44c4-b802-11cfb50d8a6c" providerId="ADAL" clId="{F75B388B-AB3B-467A-A556-E223F3FAD3DD}" dt="2025-07-03T09:46:06.450" v="1068" actId="478"/>
          <ac:graphicFrameMkLst>
            <pc:docMk/>
            <pc:sldMk cId="1408345677" sldId="265"/>
            <ac:graphicFrameMk id="3" creationId="{E046AC54-20B8-5C36-E0EF-2DB68A65513B}"/>
          </ac:graphicFrameMkLst>
        </pc:graphicFrameChg>
        <pc:graphicFrameChg chg="add del mod">
          <ac:chgData name="Kim SAVAROCHE" userId="ad53b011-296a-44c4-b802-11cfb50d8a6c" providerId="ADAL" clId="{F75B388B-AB3B-467A-A556-E223F3FAD3DD}" dt="2025-07-03T09:46:03.833" v="1067" actId="478"/>
          <ac:graphicFrameMkLst>
            <pc:docMk/>
            <pc:sldMk cId="1408345677" sldId="265"/>
            <ac:graphicFrameMk id="4" creationId="{A5AB96B9-47CD-DB79-42A0-DCEF90B9C05E}"/>
          </ac:graphicFrameMkLst>
        </pc:graphicFrameChg>
        <pc:graphicFrameChg chg="add del mod modGraphic">
          <ac:chgData name="Kim SAVAROCHE" userId="ad53b011-296a-44c4-b802-11cfb50d8a6c" providerId="ADAL" clId="{F75B388B-AB3B-467A-A556-E223F3FAD3DD}" dt="2025-07-03T09:46:03.214" v="1066" actId="478"/>
          <ac:graphicFrameMkLst>
            <pc:docMk/>
            <pc:sldMk cId="1408345677" sldId="265"/>
            <ac:graphicFrameMk id="5" creationId="{EBB57EAB-BB1B-6718-0D83-E3AFABE68ADB}"/>
          </ac:graphicFrameMkLst>
        </pc:graphicFrameChg>
      </pc:sldChg>
      <pc:sldChg chg="modSp add del mod">
        <pc:chgData name="Kim SAVAROCHE" userId="ad53b011-296a-44c4-b802-11cfb50d8a6c" providerId="ADAL" clId="{F75B388B-AB3B-467A-A556-E223F3FAD3DD}" dt="2025-07-03T15:01:50.637" v="1146" actId="47"/>
        <pc:sldMkLst>
          <pc:docMk/>
          <pc:sldMk cId="3991032596" sldId="265"/>
        </pc:sldMkLst>
        <pc:grpChg chg="mod">
          <ac:chgData name="Kim SAVAROCHE" userId="ad53b011-296a-44c4-b802-11cfb50d8a6c" providerId="ADAL" clId="{F75B388B-AB3B-467A-A556-E223F3FAD3DD}" dt="2025-07-03T14:57:06.128" v="1080" actId="1076"/>
          <ac:grpSpMkLst>
            <pc:docMk/>
            <pc:sldMk cId="3991032596" sldId="265"/>
            <ac:grpSpMk id="24" creationId="{E20312DD-34A5-3F7D-F14E-71218B529B83}"/>
          </ac:grpSpMkLst>
        </pc:grpChg>
      </pc:sldChg>
      <pc:sldMasterChg chg="addSp modSp mod addSldLayout delSldLayout modSldLayout">
        <pc:chgData name="Kim SAVAROCHE" userId="ad53b011-296a-44c4-b802-11cfb50d8a6c" providerId="ADAL" clId="{F75B388B-AB3B-467A-A556-E223F3FAD3DD}" dt="2025-07-02T14:14:57.286" v="91" actId="1076"/>
        <pc:sldMasterMkLst>
          <pc:docMk/>
          <pc:sldMasterMk cId="3441386792" sldId="2147483648"/>
        </pc:sldMasterMkLst>
        <pc:spChg chg="mod">
          <ac:chgData name="Kim SAVAROCHE" userId="ad53b011-296a-44c4-b802-11cfb50d8a6c" providerId="ADAL" clId="{F75B388B-AB3B-467A-A556-E223F3FAD3DD}" dt="2025-07-02T14:13:04.847" v="67" actId="20577"/>
          <ac:spMkLst>
            <pc:docMk/>
            <pc:sldMasterMk cId="3441386792" sldId="2147483648"/>
            <ac:spMk id="4" creationId="{7F960A93-05B8-5D12-EB82-B8BA0BB50F7D}"/>
          </ac:spMkLst>
        </pc:spChg>
        <pc:spChg chg="mod">
          <ac:chgData name="Kim SAVAROCHE" userId="ad53b011-296a-44c4-b802-11cfb50d8a6c" providerId="ADAL" clId="{F75B388B-AB3B-467A-A556-E223F3FAD3DD}" dt="2025-07-02T14:03:44.641" v="35" actId="21"/>
          <ac:spMkLst>
            <pc:docMk/>
            <pc:sldMasterMk cId="3441386792" sldId="2147483648"/>
            <ac:spMk id="5" creationId="{DC933D63-2EBC-B5B9-F77D-AEE8897E48F6}"/>
          </ac:spMkLst>
        </pc:spChg>
        <pc:spChg chg="mod">
          <ac:chgData name="Kim SAVAROCHE" userId="ad53b011-296a-44c4-b802-11cfb50d8a6c" providerId="ADAL" clId="{F75B388B-AB3B-467A-A556-E223F3FAD3DD}" dt="2025-07-02T14:13:15.434" v="69" actId="21"/>
          <ac:spMkLst>
            <pc:docMk/>
            <pc:sldMasterMk cId="3441386792" sldId="2147483648"/>
            <ac:spMk id="6" creationId="{3AA7A244-4DC0-CBF8-AED6-176BAB139E76}"/>
          </ac:spMkLst>
        </pc:spChg>
        <pc:spChg chg="add mod">
          <ac:chgData name="Kim SAVAROCHE" userId="ad53b011-296a-44c4-b802-11cfb50d8a6c" providerId="ADAL" clId="{F75B388B-AB3B-467A-A556-E223F3FAD3DD}" dt="2025-07-02T14:14:17.186" v="85" actId="1076"/>
          <ac:spMkLst>
            <pc:docMk/>
            <pc:sldMasterMk cId="3441386792" sldId="2147483648"/>
            <ac:spMk id="7" creationId="{084417CF-0C66-34CC-AC70-D7276084A209}"/>
          </ac:spMkLst>
        </pc:spChg>
        <pc:spChg chg="add mod">
          <ac:chgData name="Kim SAVAROCHE" userId="ad53b011-296a-44c4-b802-11cfb50d8a6c" providerId="ADAL" clId="{F75B388B-AB3B-467A-A556-E223F3FAD3DD}" dt="2025-07-02T14:14:57.286" v="91" actId="1076"/>
          <ac:spMkLst>
            <pc:docMk/>
            <pc:sldMasterMk cId="3441386792" sldId="2147483648"/>
            <ac:spMk id="8" creationId="{488F51C4-7F44-9966-8158-5EAA0A6F571B}"/>
          </ac:spMkLst>
        </pc:spChg>
        <pc:sldLayoutChg chg="modSp mod">
          <pc:chgData name="Kim SAVAROCHE" userId="ad53b011-296a-44c4-b802-11cfb50d8a6c" providerId="ADAL" clId="{F75B388B-AB3B-467A-A556-E223F3FAD3DD}" dt="2025-07-02T14:12:51.708" v="65"/>
          <pc:sldLayoutMkLst>
            <pc:docMk/>
            <pc:sldMasterMk cId="3441386792" sldId="2147483648"/>
            <pc:sldLayoutMk cId="4119852561" sldId="2147483649"/>
          </pc:sldLayoutMkLst>
          <pc:spChg chg="mod">
            <ac:chgData name="Kim SAVAROCHE" userId="ad53b011-296a-44c4-b802-11cfb50d8a6c" providerId="ADAL" clId="{F75B388B-AB3B-467A-A556-E223F3FAD3DD}" dt="2025-07-02T14:12:44.606" v="64"/>
            <ac:spMkLst>
              <pc:docMk/>
              <pc:sldMasterMk cId="3441386792" sldId="2147483648"/>
              <pc:sldLayoutMk cId="4119852561" sldId="2147483649"/>
              <ac:spMk id="4" creationId="{78DDAB87-3453-9185-9672-E2997CAFA93C}"/>
            </ac:spMkLst>
          </pc:spChg>
          <pc:spChg chg="mod">
            <ac:chgData name="Kim SAVAROCHE" userId="ad53b011-296a-44c4-b802-11cfb50d8a6c" providerId="ADAL" clId="{F75B388B-AB3B-467A-A556-E223F3FAD3DD}" dt="2025-07-02T14:12:51.708" v="65"/>
            <ac:spMkLst>
              <pc:docMk/>
              <pc:sldMasterMk cId="3441386792" sldId="2147483648"/>
              <pc:sldLayoutMk cId="4119852561" sldId="2147483649"/>
              <ac:spMk id="6" creationId="{EB0A238E-B4E3-5CDA-7CE2-BBC5F3C375D7}"/>
            </ac:spMkLst>
          </pc:spChg>
        </pc:sldLayoutChg>
        <pc:sldLayoutChg chg="new del mod">
          <pc:chgData name="Kim SAVAROCHE" userId="ad53b011-296a-44c4-b802-11cfb50d8a6c" providerId="ADAL" clId="{F75B388B-AB3B-467A-A556-E223F3FAD3DD}" dt="2025-07-02T14:08:26.761" v="59" actId="2696"/>
          <pc:sldLayoutMkLst>
            <pc:docMk/>
            <pc:sldMasterMk cId="3441386792" sldId="2147483648"/>
            <pc:sldLayoutMk cId="2031757999" sldId="2147483660"/>
          </pc:sldLayoutMkLst>
        </pc:sldLayoutChg>
      </pc:sldMasterChg>
      <pc:sldMasterChg chg="new del mod addSldLayout delSldLayout">
        <pc:chgData name="Kim SAVAROCHE" userId="ad53b011-296a-44c4-b802-11cfb50d8a6c" providerId="ADAL" clId="{F75B388B-AB3B-467A-A556-E223F3FAD3DD}" dt="2025-07-02T14:05:22.779" v="39" actId="6938"/>
        <pc:sldMasterMkLst>
          <pc:docMk/>
          <pc:sldMasterMk cId="517002542" sldId="2147483660"/>
        </pc:sldMasterMkLst>
        <pc:sldLayoutChg chg="new del replId">
          <pc:chgData name="Kim SAVAROCHE" userId="ad53b011-296a-44c4-b802-11cfb50d8a6c" providerId="ADAL" clId="{F75B388B-AB3B-467A-A556-E223F3FAD3DD}" dt="2025-07-02T14:05:22.779" v="39" actId="6938"/>
          <pc:sldLayoutMkLst>
            <pc:docMk/>
            <pc:sldMasterMk cId="517002542" sldId="2147483660"/>
            <pc:sldLayoutMk cId="3736578591" sldId="2147483661"/>
          </pc:sldLayoutMkLst>
        </pc:sldLayoutChg>
        <pc:sldLayoutChg chg="new del replId">
          <pc:chgData name="Kim SAVAROCHE" userId="ad53b011-296a-44c4-b802-11cfb50d8a6c" providerId="ADAL" clId="{F75B388B-AB3B-467A-A556-E223F3FAD3DD}" dt="2025-07-02T14:05:22.779" v="39" actId="6938"/>
          <pc:sldLayoutMkLst>
            <pc:docMk/>
            <pc:sldMasterMk cId="517002542" sldId="2147483660"/>
            <pc:sldLayoutMk cId="1094031787" sldId="2147483662"/>
          </pc:sldLayoutMkLst>
        </pc:sldLayoutChg>
        <pc:sldLayoutChg chg="new del replId">
          <pc:chgData name="Kim SAVAROCHE" userId="ad53b011-296a-44c4-b802-11cfb50d8a6c" providerId="ADAL" clId="{F75B388B-AB3B-467A-A556-E223F3FAD3DD}" dt="2025-07-02T14:05:22.779" v="39" actId="6938"/>
          <pc:sldLayoutMkLst>
            <pc:docMk/>
            <pc:sldMasterMk cId="517002542" sldId="2147483660"/>
            <pc:sldLayoutMk cId="3744523841" sldId="2147483663"/>
          </pc:sldLayoutMkLst>
        </pc:sldLayoutChg>
        <pc:sldLayoutChg chg="new del replId">
          <pc:chgData name="Kim SAVAROCHE" userId="ad53b011-296a-44c4-b802-11cfb50d8a6c" providerId="ADAL" clId="{F75B388B-AB3B-467A-A556-E223F3FAD3DD}" dt="2025-07-02T14:05:22.779" v="39" actId="6938"/>
          <pc:sldLayoutMkLst>
            <pc:docMk/>
            <pc:sldMasterMk cId="517002542" sldId="2147483660"/>
            <pc:sldLayoutMk cId="3682829795" sldId="2147483664"/>
          </pc:sldLayoutMkLst>
        </pc:sldLayoutChg>
        <pc:sldLayoutChg chg="new del replId">
          <pc:chgData name="Kim SAVAROCHE" userId="ad53b011-296a-44c4-b802-11cfb50d8a6c" providerId="ADAL" clId="{F75B388B-AB3B-467A-A556-E223F3FAD3DD}" dt="2025-07-02T14:05:22.779" v="39" actId="6938"/>
          <pc:sldLayoutMkLst>
            <pc:docMk/>
            <pc:sldMasterMk cId="517002542" sldId="2147483660"/>
            <pc:sldLayoutMk cId="2464378911" sldId="2147483665"/>
          </pc:sldLayoutMkLst>
        </pc:sldLayoutChg>
        <pc:sldLayoutChg chg="new del replId">
          <pc:chgData name="Kim SAVAROCHE" userId="ad53b011-296a-44c4-b802-11cfb50d8a6c" providerId="ADAL" clId="{F75B388B-AB3B-467A-A556-E223F3FAD3DD}" dt="2025-07-02T14:05:22.779" v="39" actId="6938"/>
          <pc:sldLayoutMkLst>
            <pc:docMk/>
            <pc:sldMasterMk cId="517002542" sldId="2147483660"/>
            <pc:sldLayoutMk cId="1894230286" sldId="2147483666"/>
          </pc:sldLayoutMkLst>
        </pc:sldLayoutChg>
        <pc:sldLayoutChg chg="new del replId">
          <pc:chgData name="Kim SAVAROCHE" userId="ad53b011-296a-44c4-b802-11cfb50d8a6c" providerId="ADAL" clId="{F75B388B-AB3B-467A-A556-E223F3FAD3DD}" dt="2025-07-02T14:05:22.779" v="39" actId="6938"/>
          <pc:sldLayoutMkLst>
            <pc:docMk/>
            <pc:sldMasterMk cId="517002542" sldId="2147483660"/>
            <pc:sldLayoutMk cId="655909297" sldId="2147483667"/>
          </pc:sldLayoutMkLst>
        </pc:sldLayoutChg>
        <pc:sldLayoutChg chg="new del replId">
          <pc:chgData name="Kim SAVAROCHE" userId="ad53b011-296a-44c4-b802-11cfb50d8a6c" providerId="ADAL" clId="{F75B388B-AB3B-467A-A556-E223F3FAD3DD}" dt="2025-07-02T14:05:22.779" v="39" actId="6938"/>
          <pc:sldLayoutMkLst>
            <pc:docMk/>
            <pc:sldMasterMk cId="517002542" sldId="2147483660"/>
            <pc:sldLayoutMk cId="1027562032" sldId="2147483668"/>
          </pc:sldLayoutMkLst>
        </pc:sldLayoutChg>
        <pc:sldLayoutChg chg="new del replId">
          <pc:chgData name="Kim SAVAROCHE" userId="ad53b011-296a-44c4-b802-11cfb50d8a6c" providerId="ADAL" clId="{F75B388B-AB3B-467A-A556-E223F3FAD3DD}" dt="2025-07-02T14:05:22.779" v="39" actId="6938"/>
          <pc:sldLayoutMkLst>
            <pc:docMk/>
            <pc:sldMasterMk cId="517002542" sldId="2147483660"/>
            <pc:sldLayoutMk cId="1042368923" sldId="2147483669"/>
          </pc:sldLayoutMkLst>
        </pc:sldLayoutChg>
        <pc:sldLayoutChg chg="new del replId">
          <pc:chgData name="Kim SAVAROCHE" userId="ad53b011-296a-44c4-b802-11cfb50d8a6c" providerId="ADAL" clId="{F75B388B-AB3B-467A-A556-E223F3FAD3DD}" dt="2025-07-02T14:05:22.779" v="39" actId="6938"/>
          <pc:sldLayoutMkLst>
            <pc:docMk/>
            <pc:sldMasterMk cId="517002542" sldId="2147483660"/>
            <pc:sldLayoutMk cId="3850179355" sldId="2147483670"/>
          </pc:sldLayoutMkLst>
        </pc:sldLayoutChg>
        <pc:sldLayoutChg chg="new del replId">
          <pc:chgData name="Kim SAVAROCHE" userId="ad53b011-296a-44c4-b802-11cfb50d8a6c" providerId="ADAL" clId="{F75B388B-AB3B-467A-A556-E223F3FAD3DD}" dt="2025-07-02T14:05:22.779" v="39" actId="6938"/>
          <pc:sldLayoutMkLst>
            <pc:docMk/>
            <pc:sldMasterMk cId="517002542" sldId="2147483660"/>
            <pc:sldLayoutMk cId="3052616909" sldId="2147483671"/>
          </pc:sldLayoutMkLst>
        </pc:sldLayoutChg>
      </pc:sldMasterChg>
      <pc:sldMasterChg chg="new del mod addSldLayout delSldLayout">
        <pc:chgData name="Kim SAVAROCHE" userId="ad53b011-296a-44c4-b802-11cfb50d8a6c" providerId="ADAL" clId="{F75B388B-AB3B-467A-A556-E223F3FAD3DD}" dt="2025-07-02T14:08:23.101" v="57" actId="2696"/>
        <pc:sldMasterMkLst>
          <pc:docMk/>
          <pc:sldMasterMk cId="1599191515" sldId="2147483660"/>
        </pc:sldMasterMkLst>
        <pc:sldLayoutChg chg="new del replId">
          <pc:chgData name="Kim SAVAROCHE" userId="ad53b011-296a-44c4-b802-11cfb50d8a6c" providerId="ADAL" clId="{F75B388B-AB3B-467A-A556-E223F3FAD3DD}" dt="2025-07-02T14:08:23.087" v="46" actId="2696"/>
          <pc:sldLayoutMkLst>
            <pc:docMk/>
            <pc:sldMasterMk cId="1599191515" sldId="2147483660"/>
            <pc:sldLayoutMk cId="2908784353" sldId="2147483661"/>
          </pc:sldLayoutMkLst>
        </pc:sldLayoutChg>
        <pc:sldLayoutChg chg="new del replId">
          <pc:chgData name="Kim SAVAROCHE" userId="ad53b011-296a-44c4-b802-11cfb50d8a6c" providerId="ADAL" clId="{F75B388B-AB3B-467A-A556-E223F3FAD3DD}" dt="2025-07-02T14:08:23.089" v="47" actId="2696"/>
          <pc:sldLayoutMkLst>
            <pc:docMk/>
            <pc:sldMasterMk cId="1599191515" sldId="2147483660"/>
            <pc:sldLayoutMk cId="3249596503" sldId="2147483662"/>
          </pc:sldLayoutMkLst>
        </pc:sldLayoutChg>
        <pc:sldLayoutChg chg="new del replId">
          <pc:chgData name="Kim SAVAROCHE" userId="ad53b011-296a-44c4-b802-11cfb50d8a6c" providerId="ADAL" clId="{F75B388B-AB3B-467A-A556-E223F3FAD3DD}" dt="2025-07-02T14:08:23.090" v="48" actId="2696"/>
          <pc:sldLayoutMkLst>
            <pc:docMk/>
            <pc:sldMasterMk cId="1599191515" sldId="2147483660"/>
            <pc:sldLayoutMk cId="1327839678" sldId="2147483663"/>
          </pc:sldLayoutMkLst>
        </pc:sldLayoutChg>
        <pc:sldLayoutChg chg="new del replId">
          <pc:chgData name="Kim SAVAROCHE" userId="ad53b011-296a-44c4-b802-11cfb50d8a6c" providerId="ADAL" clId="{F75B388B-AB3B-467A-A556-E223F3FAD3DD}" dt="2025-07-02T14:08:23.092" v="49" actId="2696"/>
          <pc:sldLayoutMkLst>
            <pc:docMk/>
            <pc:sldMasterMk cId="1599191515" sldId="2147483660"/>
            <pc:sldLayoutMk cId="1198929556" sldId="2147483664"/>
          </pc:sldLayoutMkLst>
        </pc:sldLayoutChg>
        <pc:sldLayoutChg chg="new del replId">
          <pc:chgData name="Kim SAVAROCHE" userId="ad53b011-296a-44c4-b802-11cfb50d8a6c" providerId="ADAL" clId="{F75B388B-AB3B-467A-A556-E223F3FAD3DD}" dt="2025-07-02T14:08:23.093" v="50" actId="2696"/>
          <pc:sldLayoutMkLst>
            <pc:docMk/>
            <pc:sldMasterMk cId="1599191515" sldId="2147483660"/>
            <pc:sldLayoutMk cId="2443873217" sldId="2147483665"/>
          </pc:sldLayoutMkLst>
        </pc:sldLayoutChg>
        <pc:sldLayoutChg chg="new del replId">
          <pc:chgData name="Kim SAVAROCHE" userId="ad53b011-296a-44c4-b802-11cfb50d8a6c" providerId="ADAL" clId="{F75B388B-AB3B-467A-A556-E223F3FAD3DD}" dt="2025-07-02T14:08:23.094" v="51" actId="2696"/>
          <pc:sldLayoutMkLst>
            <pc:docMk/>
            <pc:sldMasterMk cId="1599191515" sldId="2147483660"/>
            <pc:sldLayoutMk cId="1335843081" sldId="2147483666"/>
          </pc:sldLayoutMkLst>
        </pc:sldLayoutChg>
        <pc:sldLayoutChg chg="new del replId">
          <pc:chgData name="Kim SAVAROCHE" userId="ad53b011-296a-44c4-b802-11cfb50d8a6c" providerId="ADAL" clId="{F75B388B-AB3B-467A-A556-E223F3FAD3DD}" dt="2025-07-02T14:08:23.095" v="52" actId="2696"/>
          <pc:sldLayoutMkLst>
            <pc:docMk/>
            <pc:sldMasterMk cId="1599191515" sldId="2147483660"/>
            <pc:sldLayoutMk cId="4238751245" sldId="2147483667"/>
          </pc:sldLayoutMkLst>
        </pc:sldLayoutChg>
        <pc:sldLayoutChg chg="new del replId">
          <pc:chgData name="Kim SAVAROCHE" userId="ad53b011-296a-44c4-b802-11cfb50d8a6c" providerId="ADAL" clId="{F75B388B-AB3B-467A-A556-E223F3FAD3DD}" dt="2025-07-02T14:08:23.097" v="53" actId="2696"/>
          <pc:sldLayoutMkLst>
            <pc:docMk/>
            <pc:sldMasterMk cId="1599191515" sldId="2147483660"/>
            <pc:sldLayoutMk cId="528387360" sldId="2147483668"/>
          </pc:sldLayoutMkLst>
        </pc:sldLayoutChg>
        <pc:sldLayoutChg chg="new del replId">
          <pc:chgData name="Kim SAVAROCHE" userId="ad53b011-296a-44c4-b802-11cfb50d8a6c" providerId="ADAL" clId="{F75B388B-AB3B-467A-A556-E223F3FAD3DD}" dt="2025-07-02T14:08:23.098" v="54" actId="2696"/>
          <pc:sldLayoutMkLst>
            <pc:docMk/>
            <pc:sldMasterMk cId="1599191515" sldId="2147483660"/>
            <pc:sldLayoutMk cId="2539695701" sldId="2147483669"/>
          </pc:sldLayoutMkLst>
        </pc:sldLayoutChg>
        <pc:sldLayoutChg chg="new del replId">
          <pc:chgData name="Kim SAVAROCHE" userId="ad53b011-296a-44c4-b802-11cfb50d8a6c" providerId="ADAL" clId="{F75B388B-AB3B-467A-A556-E223F3FAD3DD}" dt="2025-07-02T14:08:23.099" v="55" actId="2696"/>
          <pc:sldLayoutMkLst>
            <pc:docMk/>
            <pc:sldMasterMk cId="1599191515" sldId="2147483660"/>
            <pc:sldLayoutMk cId="1304752008" sldId="2147483670"/>
          </pc:sldLayoutMkLst>
        </pc:sldLayoutChg>
        <pc:sldLayoutChg chg="new del replId">
          <pc:chgData name="Kim SAVAROCHE" userId="ad53b011-296a-44c4-b802-11cfb50d8a6c" providerId="ADAL" clId="{F75B388B-AB3B-467A-A556-E223F3FAD3DD}" dt="2025-07-02T14:08:23.100" v="56" actId="2696"/>
          <pc:sldLayoutMkLst>
            <pc:docMk/>
            <pc:sldMasterMk cId="1599191515" sldId="2147483660"/>
            <pc:sldLayoutMk cId="1013358957" sldId="2147483671"/>
          </pc:sldLayoutMkLst>
        </pc:sldLayoutChg>
      </pc:sldMasterChg>
    </pc:docChg>
  </pc:docChgLst>
  <pc:docChgLst>
    <pc:chgData name="Kim SAVAROCHE" userId="ad53b011-296a-44c4-b802-11cfb50d8a6c" providerId="ADAL" clId="{71B9E8AC-130A-9F44-BF57-B0BC456A27FF}"/>
    <pc:docChg chg="undo custSel addSld delSld modSld sldOrd">
      <pc:chgData name="Kim SAVAROCHE" userId="ad53b011-296a-44c4-b802-11cfb50d8a6c" providerId="ADAL" clId="{71B9E8AC-130A-9F44-BF57-B0BC456A27FF}" dt="2025-07-16T17:43:03.273" v="5029" actId="20577"/>
      <pc:docMkLst>
        <pc:docMk/>
      </pc:docMkLst>
      <pc:sldChg chg="modSp mod">
        <pc:chgData name="Kim SAVAROCHE" userId="ad53b011-296a-44c4-b802-11cfb50d8a6c" providerId="ADAL" clId="{71B9E8AC-130A-9F44-BF57-B0BC456A27FF}" dt="2025-07-16T15:02:42.578" v="41" actId="20577"/>
        <pc:sldMkLst>
          <pc:docMk/>
          <pc:sldMk cId="870570142" sldId="256"/>
        </pc:sldMkLst>
        <pc:spChg chg="mod">
          <ac:chgData name="Kim SAVAROCHE" userId="ad53b011-296a-44c4-b802-11cfb50d8a6c" providerId="ADAL" clId="{71B9E8AC-130A-9F44-BF57-B0BC456A27FF}" dt="2025-07-16T15:02:42.578" v="41" actId="20577"/>
          <ac:spMkLst>
            <pc:docMk/>
            <pc:sldMk cId="870570142" sldId="256"/>
            <ac:spMk id="3" creationId="{64FF915D-9035-BB1D-5C71-0BEB84F6CFDE}"/>
          </ac:spMkLst>
        </pc:spChg>
      </pc:sldChg>
      <pc:sldChg chg="modSp del mod">
        <pc:chgData name="Kim SAVAROCHE" userId="ad53b011-296a-44c4-b802-11cfb50d8a6c" providerId="ADAL" clId="{71B9E8AC-130A-9F44-BF57-B0BC456A27FF}" dt="2025-07-16T17:24:02.731" v="4819" actId="2696"/>
        <pc:sldMkLst>
          <pc:docMk/>
          <pc:sldMk cId="211949933" sldId="259"/>
        </pc:sldMkLst>
        <pc:spChg chg="mod">
          <ac:chgData name="Kim SAVAROCHE" userId="ad53b011-296a-44c4-b802-11cfb50d8a6c" providerId="ADAL" clId="{71B9E8AC-130A-9F44-BF57-B0BC456A27FF}" dt="2025-07-16T16:16:19.447" v="1638" actId="20577"/>
          <ac:spMkLst>
            <pc:docMk/>
            <pc:sldMk cId="211949933" sldId="259"/>
            <ac:spMk id="9" creationId="{5247882E-2EF4-C45C-D06C-D025639F6B5D}"/>
          </ac:spMkLst>
        </pc:spChg>
      </pc:sldChg>
      <pc:sldChg chg="addSp delSp modSp mod ord">
        <pc:chgData name="Kim SAVAROCHE" userId="ad53b011-296a-44c4-b802-11cfb50d8a6c" providerId="ADAL" clId="{71B9E8AC-130A-9F44-BF57-B0BC456A27FF}" dt="2025-07-16T16:11:06.475" v="1458" actId="20577"/>
        <pc:sldMkLst>
          <pc:docMk/>
          <pc:sldMk cId="2425806839" sldId="261"/>
        </pc:sldMkLst>
        <pc:spChg chg="add mod">
          <ac:chgData name="Kim SAVAROCHE" userId="ad53b011-296a-44c4-b802-11cfb50d8a6c" providerId="ADAL" clId="{71B9E8AC-130A-9F44-BF57-B0BC456A27FF}" dt="2025-07-16T16:07:32.502" v="1321" actId="1076"/>
          <ac:spMkLst>
            <pc:docMk/>
            <pc:sldMk cId="2425806839" sldId="261"/>
            <ac:spMk id="3" creationId="{0C1A4340-BEAC-5F39-0725-1D83BEC56BD9}"/>
          </ac:spMkLst>
        </pc:spChg>
        <pc:spChg chg="add mod">
          <ac:chgData name="Kim SAVAROCHE" userId="ad53b011-296a-44c4-b802-11cfb50d8a6c" providerId="ADAL" clId="{71B9E8AC-130A-9F44-BF57-B0BC456A27FF}" dt="2025-07-16T16:09:23.988" v="1435" actId="20577"/>
          <ac:spMkLst>
            <pc:docMk/>
            <pc:sldMk cId="2425806839" sldId="261"/>
            <ac:spMk id="4" creationId="{DCF76AD2-4427-B203-37D9-4C8768C7D0B4}"/>
          </ac:spMkLst>
        </pc:spChg>
        <pc:spChg chg="add mod">
          <ac:chgData name="Kim SAVAROCHE" userId="ad53b011-296a-44c4-b802-11cfb50d8a6c" providerId="ADAL" clId="{71B9E8AC-130A-9F44-BF57-B0BC456A27FF}" dt="2025-07-16T16:09:29.040" v="1436"/>
          <ac:spMkLst>
            <pc:docMk/>
            <pc:sldMk cId="2425806839" sldId="261"/>
            <ac:spMk id="6" creationId="{ACF6EA63-731D-6C84-D904-824C11F34D19}"/>
          </ac:spMkLst>
        </pc:spChg>
        <pc:spChg chg="add mod">
          <ac:chgData name="Kim SAVAROCHE" userId="ad53b011-296a-44c4-b802-11cfb50d8a6c" providerId="ADAL" clId="{71B9E8AC-130A-9F44-BF57-B0BC456A27FF}" dt="2025-07-16T16:09:56.131" v="1441" actId="1076"/>
          <ac:spMkLst>
            <pc:docMk/>
            <pc:sldMk cId="2425806839" sldId="261"/>
            <ac:spMk id="8" creationId="{6CD7909A-7D6C-6E34-15CC-600D7C5C452F}"/>
          </ac:spMkLst>
        </pc:spChg>
        <pc:spChg chg="mod">
          <ac:chgData name="Kim SAVAROCHE" userId="ad53b011-296a-44c4-b802-11cfb50d8a6c" providerId="ADAL" clId="{71B9E8AC-130A-9F44-BF57-B0BC456A27FF}" dt="2025-07-16T16:11:06.475" v="1458" actId="20577"/>
          <ac:spMkLst>
            <pc:docMk/>
            <pc:sldMk cId="2425806839" sldId="261"/>
            <ac:spMk id="11" creationId="{B00B9297-BFCD-F1A6-A208-7D0B826A2F47}"/>
          </ac:spMkLst>
        </pc:spChg>
        <pc:picChg chg="add mod">
          <ac:chgData name="Kim SAVAROCHE" userId="ad53b011-296a-44c4-b802-11cfb50d8a6c" providerId="ADAL" clId="{71B9E8AC-130A-9F44-BF57-B0BC456A27FF}" dt="2025-07-16T16:07:28.757" v="1320" actId="1076"/>
          <ac:picMkLst>
            <pc:docMk/>
            <pc:sldMk cId="2425806839" sldId="261"/>
            <ac:picMk id="2" creationId="{6A7223C9-B13E-A839-1AB1-BF5445EB13E7}"/>
          </ac:picMkLst>
        </pc:picChg>
        <pc:picChg chg="mod">
          <ac:chgData name="Kim SAVAROCHE" userId="ad53b011-296a-44c4-b802-11cfb50d8a6c" providerId="ADAL" clId="{71B9E8AC-130A-9F44-BF57-B0BC456A27FF}" dt="2025-07-16T16:03:07.505" v="1284" actId="1076"/>
          <ac:picMkLst>
            <pc:docMk/>
            <pc:sldMk cId="2425806839" sldId="261"/>
            <ac:picMk id="5" creationId="{ED6BB822-2E79-769F-03A3-0D65138B27A2}"/>
          </ac:picMkLst>
        </pc:picChg>
        <pc:picChg chg="del">
          <ac:chgData name="Kim SAVAROCHE" userId="ad53b011-296a-44c4-b802-11cfb50d8a6c" providerId="ADAL" clId="{71B9E8AC-130A-9F44-BF57-B0BC456A27FF}" dt="2025-07-16T16:02:50.556" v="1277" actId="478"/>
          <ac:picMkLst>
            <pc:docMk/>
            <pc:sldMk cId="2425806839" sldId="261"/>
            <ac:picMk id="7" creationId="{8C9D7DC8-4699-F28E-3FC9-A22342968564}"/>
          </ac:picMkLst>
        </pc:picChg>
        <pc:picChg chg="mod">
          <ac:chgData name="Kim SAVAROCHE" userId="ad53b011-296a-44c4-b802-11cfb50d8a6c" providerId="ADAL" clId="{71B9E8AC-130A-9F44-BF57-B0BC456A27FF}" dt="2025-07-16T16:03:18.371" v="1286" actId="1076"/>
          <ac:picMkLst>
            <pc:docMk/>
            <pc:sldMk cId="2425806839" sldId="261"/>
            <ac:picMk id="9" creationId="{4379439B-FD45-B8D4-AD04-91C8B1D1496F}"/>
          </ac:picMkLst>
        </pc:picChg>
      </pc:sldChg>
      <pc:sldChg chg="del">
        <pc:chgData name="Kim SAVAROCHE" userId="ad53b011-296a-44c4-b802-11cfb50d8a6c" providerId="ADAL" clId="{71B9E8AC-130A-9F44-BF57-B0BC456A27FF}" dt="2025-07-16T15:06:39.018" v="52" actId="2696"/>
        <pc:sldMkLst>
          <pc:docMk/>
          <pc:sldMk cId="2020244249" sldId="262"/>
        </pc:sldMkLst>
      </pc:sldChg>
      <pc:sldChg chg="delSp modSp add del mod">
        <pc:chgData name="Kim SAVAROCHE" userId="ad53b011-296a-44c4-b802-11cfb50d8a6c" providerId="ADAL" clId="{71B9E8AC-130A-9F44-BF57-B0BC456A27FF}" dt="2025-07-16T17:13:27.875" v="3992" actId="20577"/>
        <pc:sldMkLst>
          <pc:docMk/>
          <pc:sldMk cId="3306204365" sldId="263"/>
        </pc:sldMkLst>
        <pc:spChg chg="mod">
          <ac:chgData name="Kim SAVAROCHE" userId="ad53b011-296a-44c4-b802-11cfb50d8a6c" providerId="ADAL" clId="{71B9E8AC-130A-9F44-BF57-B0BC456A27FF}" dt="2025-07-16T17:10:10.644" v="3820" actId="20577"/>
          <ac:spMkLst>
            <pc:docMk/>
            <pc:sldMk cId="3306204365" sldId="263"/>
            <ac:spMk id="2" creationId="{0A2D6AB6-FDD6-16CF-5E89-899AAB67A291}"/>
          </ac:spMkLst>
        </pc:spChg>
        <pc:graphicFrameChg chg="del">
          <ac:chgData name="Kim SAVAROCHE" userId="ad53b011-296a-44c4-b802-11cfb50d8a6c" providerId="ADAL" clId="{71B9E8AC-130A-9F44-BF57-B0BC456A27FF}" dt="2025-07-16T17:10:08.788" v="3819" actId="478"/>
          <ac:graphicFrameMkLst>
            <pc:docMk/>
            <pc:sldMk cId="3306204365" sldId="263"/>
            <ac:graphicFrameMk id="7" creationId="{2F79D9B9-6514-B382-8536-990016C8FB6A}"/>
          </ac:graphicFrameMkLst>
        </pc:graphicFrameChg>
        <pc:graphicFrameChg chg="mod modGraphic">
          <ac:chgData name="Kim SAVAROCHE" userId="ad53b011-296a-44c4-b802-11cfb50d8a6c" providerId="ADAL" clId="{71B9E8AC-130A-9F44-BF57-B0BC456A27FF}" dt="2025-07-16T17:13:27.875" v="3992" actId="20577"/>
          <ac:graphicFrameMkLst>
            <pc:docMk/>
            <pc:sldMk cId="3306204365" sldId="263"/>
            <ac:graphicFrameMk id="8" creationId="{95FD8117-5D45-22A3-2589-DEEE7F7A555A}"/>
          </ac:graphicFrameMkLst>
        </pc:graphicFrameChg>
      </pc:sldChg>
      <pc:sldChg chg="modSp add mod">
        <pc:chgData name="Kim SAVAROCHE" userId="ad53b011-296a-44c4-b802-11cfb50d8a6c" providerId="ADAL" clId="{71B9E8AC-130A-9F44-BF57-B0BC456A27FF}" dt="2025-07-16T15:07:08.533" v="63" actId="122"/>
        <pc:sldMkLst>
          <pc:docMk/>
          <pc:sldMk cId="2383313680" sldId="264"/>
        </pc:sldMkLst>
        <pc:spChg chg="mod">
          <ac:chgData name="Kim SAVAROCHE" userId="ad53b011-296a-44c4-b802-11cfb50d8a6c" providerId="ADAL" clId="{71B9E8AC-130A-9F44-BF57-B0BC456A27FF}" dt="2025-07-16T15:07:08.533" v="63" actId="122"/>
          <ac:spMkLst>
            <pc:docMk/>
            <pc:sldMk cId="2383313680" sldId="264"/>
            <ac:spMk id="2" creationId="{ECC37822-16C5-CD2D-A460-E122DF88B515}"/>
          </ac:spMkLst>
        </pc:spChg>
        <pc:spChg chg="mod">
          <ac:chgData name="Kim SAVAROCHE" userId="ad53b011-296a-44c4-b802-11cfb50d8a6c" providerId="ADAL" clId="{71B9E8AC-130A-9F44-BF57-B0BC456A27FF}" dt="2025-07-16T15:07:06.595" v="62"/>
          <ac:spMkLst>
            <pc:docMk/>
            <pc:sldMk cId="2383313680" sldId="264"/>
            <ac:spMk id="3" creationId="{3755B235-08AD-2C31-EB99-C7C95EB0295D}"/>
          </ac:spMkLst>
        </pc:spChg>
      </pc:sldChg>
      <pc:sldChg chg="modSp add mod">
        <pc:chgData name="Kim SAVAROCHE" userId="ad53b011-296a-44c4-b802-11cfb50d8a6c" providerId="ADAL" clId="{71B9E8AC-130A-9F44-BF57-B0BC456A27FF}" dt="2025-07-16T15:07:11.950" v="64" actId="122"/>
        <pc:sldMkLst>
          <pc:docMk/>
          <pc:sldMk cId="2801179130" sldId="265"/>
        </pc:sldMkLst>
        <pc:spChg chg="mod">
          <ac:chgData name="Kim SAVAROCHE" userId="ad53b011-296a-44c4-b802-11cfb50d8a6c" providerId="ADAL" clId="{71B9E8AC-130A-9F44-BF57-B0BC456A27FF}" dt="2025-07-16T15:07:11.950" v="64" actId="122"/>
          <ac:spMkLst>
            <pc:docMk/>
            <pc:sldMk cId="2801179130" sldId="265"/>
            <ac:spMk id="2" creationId="{14689FF2-F1FD-7EB4-C13B-DA3262C7ADA4}"/>
          </ac:spMkLst>
        </pc:spChg>
        <pc:spChg chg="mod">
          <ac:chgData name="Kim SAVAROCHE" userId="ad53b011-296a-44c4-b802-11cfb50d8a6c" providerId="ADAL" clId="{71B9E8AC-130A-9F44-BF57-B0BC456A27FF}" dt="2025-07-16T15:06:56.465" v="56"/>
          <ac:spMkLst>
            <pc:docMk/>
            <pc:sldMk cId="2801179130" sldId="265"/>
            <ac:spMk id="3" creationId="{48B4EF3F-8282-5F5D-00F7-FD748F52B694}"/>
          </ac:spMkLst>
        </pc:spChg>
      </pc:sldChg>
      <pc:sldChg chg="addSp delSp modSp add mod">
        <pc:chgData name="Kim SAVAROCHE" userId="ad53b011-296a-44c4-b802-11cfb50d8a6c" providerId="ADAL" clId="{71B9E8AC-130A-9F44-BF57-B0BC456A27FF}" dt="2025-07-16T17:36:49.736" v="4872" actId="478"/>
        <pc:sldMkLst>
          <pc:docMk/>
          <pc:sldMk cId="4031190468" sldId="266"/>
        </pc:sldMkLst>
        <pc:spChg chg="add del">
          <ac:chgData name="Kim SAVAROCHE" userId="ad53b011-296a-44c4-b802-11cfb50d8a6c" providerId="ADAL" clId="{71B9E8AC-130A-9F44-BF57-B0BC456A27FF}" dt="2025-07-16T16:42:43.497" v="2735" actId="22"/>
          <ac:spMkLst>
            <pc:docMk/>
            <pc:sldMk cId="4031190468" sldId="266"/>
            <ac:spMk id="3" creationId="{9706E289-FE95-E31C-AE09-E4651DDDE4EE}"/>
          </ac:spMkLst>
        </pc:spChg>
        <pc:spChg chg="mod">
          <ac:chgData name="Kim SAVAROCHE" userId="ad53b011-296a-44c4-b802-11cfb50d8a6c" providerId="ADAL" clId="{71B9E8AC-130A-9F44-BF57-B0BC456A27FF}" dt="2025-07-16T15:37:37.808" v="825" actId="20577"/>
          <ac:spMkLst>
            <pc:docMk/>
            <pc:sldMk cId="4031190468" sldId="266"/>
            <ac:spMk id="10" creationId="{4EEF44BD-25C0-3B90-A62D-1BC89518D79A}"/>
          </ac:spMkLst>
        </pc:spChg>
        <pc:spChg chg="del">
          <ac:chgData name="Kim SAVAROCHE" userId="ad53b011-296a-44c4-b802-11cfb50d8a6c" providerId="ADAL" clId="{71B9E8AC-130A-9F44-BF57-B0BC456A27FF}" dt="2025-07-16T15:08:49.938" v="88" actId="478"/>
          <ac:spMkLst>
            <pc:docMk/>
            <pc:sldMk cId="4031190468" sldId="266"/>
            <ac:spMk id="11" creationId="{7778C8C9-759E-C1DB-FAFF-257B9DDFDE35}"/>
          </ac:spMkLst>
        </pc:spChg>
        <pc:spChg chg="del">
          <ac:chgData name="Kim SAVAROCHE" userId="ad53b011-296a-44c4-b802-11cfb50d8a6c" providerId="ADAL" clId="{71B9E8AC-130A-9F44-BF57-B0BC456A27FF}" dt="2025-07-16T15:08:49.938" v="88" actId="478"/>
          <ac:spMkLst>
            <pc:docMk/>
            <pc:sldMk cId="4031190468" sldId="266"/>
            <ac:spMk id="12" creationId="{3880A56D-E705-9FB9-17D2-F94A93C0165A}"/>
          </ac:spMkLst>
        </pc:spChg>
        <pc:spChg chg="del">
          <ac:chgData name="Kim SAVAROCHE" userId="ad53b011-296a-44c4-b802-11cfb50d8a6c" providerId="ADAL" clId="{71B9E8AC-130A-9F44-BF57-B0BC456A27FF}" dt="2025-07-16T15:08:49.938" v="88" actId="478"/>
          <ac:spMkLst>
            <pc:docMk/>
            <pc:sldMk cId="4031190468" sldId="266"/>
            <ac:spMk id="13" creationId="{567215E5-98A6-D2A4-F0CE-7354A6B0AC56}"/>
          </ac:spMkLst>
        </pc:spChg>
        <pc:spChg chg="add mod">
          <ac:chgData name="Kim SAVAROCHE" userId="ad53b011-296a-44c4-b802-11cfb50d8a6c" providerId="ADAL" clId="{71B9E8AC-130A-9F44-BF57-B0BC456A27FF}" dt="2025-07-16T15:33:09.030" v="758" actId="1076"/>
          <ac:spMkLst>
            <pc:docMk/>
            <pc:sldMk cId="4031190468" sldId="266"/>
            <ac:spMk id="23" creationId="{ED40D887-E4A6-1B00-8910-78EF1DD7F5E6}"/>
          </ac:spMkLst>
        </pc:spChg>
        <pc:spChg chg="add mod">
          <ac:chgData name="Kim SAVAROCHE" userId="ad53b011-296a-44c4-b802-11cfb50d8a6c" providerId="ADAL" clId="{71B9E8AC-130A-9F44-BF57-B0BC456A27FF}" dt="2025-07-16T15:50:33.290" v="1059" actId="1076"/>
          <ac:spMkLst>
            <pc:docMk/>
            <pc:sldMk cId="4031190468" sldId="266"/>
            <ac:spMk id="25" creationId="{CBC54A2D-ECDF-3306-2AE9-56C968195BCF}"/>
          </ac:spMkLst>
        </pc:spChg>
        <pc:spChg chg="add mod">
          <ac:chgData name="Kim SAVAROCHE" userId="ad53b011-296a-44c4-b802-11cfb50d8a6c" providerId="ADAL" clId="{71B9E8AC-130A-9F44-BF57-B0BC456A27FF}" dt="2025-07-16T16:45:16.799" v="2953" actId="1076"/>
          <ac:spMkLst>
            <pc:docMk/>
            <pc:sldMk cId="4031190468" sldId="266"/>
            <ac:spMk id="32" creationId="{1D25AD7A-6DEC-D7C2-3168-B0976FEE02D8}"/>
          </ac:spMkLst>
        </pc:spChg>
        <pc:spChg chg="add mod">
          <ac:chgData name="Kim SAVAROCHE" userId="ad53b011-296a-44c4-b802-11cfb50d8a6c" providerId="ADAL" clId="{71B9E8AC-130A-9F44-BF57-B0BC456A27FF}" dt="2025-07-16T15:40:15.350" v="982" actId="1076"/>
          <ac:spMkLst>
            <pc:docMk/>
            <pc:sldMk cId="4031190468" sldId="266"/>
            <ac:spMk id="39" creationId="{8EC9EA36-6A6C-E20F-DADB-47668691BE62}"/>
          </ac:spMkLst>
        </pc:spChg>
        <pc:spChg chg="add mod">
          <ac:chgData name="Kim SAVAROCHE" userId="ad53b011-296a-44c4-b802-11cfb50d8a6c" providerId="ADAL" clId="{71B9E8AC-130A-9F44-BF57-B0BC456A27FF}" dt="2025-07-16T15:39:58.333" v="967" actId="20577"/>
          <ac:spMkLst>
            <pc:docMk/>
            <pc:sldMk cId="4031190468" sldId="266"/>
            <ac:spMk id="41" creationId="{C6AA0EA0-4ABD-1361-E08B-5CEB1276EE7B}"/>
          </ac:spMkLst>
        </pc:spChg>
        <pc:spChg chg="add mod">
          <ac:chgData name="Kim SAVAROCHE" userId="ad53b011-296a-44c4-b802-11cfb50d8a6c" providerId="ADAL" clId="{71B9E8AC-130A-9F44-BF57-B0BC456A27FF}" dt="2025-07-16T15:48:03.271" v="988" actId="1076"/>
          <ac:spMkLst>
            <pc:docMk/>
            <pc:sldMk cId="4031190468" sldId="266"/>
            <ac:spMk id="46" creationId="{D719109D-FC4A-E2E8-8177-148EFCF40071}"/>
          </ac:spMkLst>
        </pc:spChg>
        <pc:spChg chg="add mod">
          <ac:chgData name="Kim SAVAROCHE" userId="ad53b011-296a-44c4-b802-11cfb50d8a6c" providerId="ADAL" clId="{71B9E8AC-130A-9F44-BF57-B0BC456A27FF}" dt="2025-07-16T16:46:46.451" v="3079" actId="14100"/>
          <ac:spMkLst>
            <pc:docMk/>
            <pc:sldMk cId="4031190468" sldId="266"/>
            <ac:spMk id="47" creationId="{5AE8212A-D5AE-2525-C48F-6670D36EAA7D}"/>
          </ac:spMkLst>
        </pc:spChg>
        <pc:grpChg chg="add">
          <ac:chgData name="Kim SAVAROCHE" userId="ad53b011-296a-44c4-b802-11cfb50d8a6c" providerId="ADAL" clId="{71B9E8AC-130A-9F44-BF57-B0BC456A27FF}" dt="2025-07-16T16:43:01.003" v="2741" actId="164"/>
          <ac:grpSpMkLst>
            <pc:docMk/>
            <pc:sldMk cId="4031190468" sldId="266"/>
            <ac:grpSpMk id="6" creationId="{72EDD741-25D6-7277-E4C9-6B500429793A}"/>
          </ac:grpSpMkLst>
        </pc:grpChg>
        <pc:grpChg chg="add mod">
          <ac:chgData name="Kim SAVAROCHE" userId="ad53b011-296a-44c4-b802-11cfb50d8a6c" providerId="ADAL" clId="{71B9E8AC-130A-9F44-BF57-B0BC456A27FF}" dt="2025-07-16T15:31:26.514" v="677" actId="1076"/>
          <ac:grpSpMkLst>
            <pc:docMk/>
            <pc:sldMk cId="4031190468" sldId="266"/>
            <ac:grpSpMk id="14" creationId="{4830BF1C-A951-7CFF-0357-0B2A89F5D9F5}"/>
          </ac:grpSpMkLst>
        </pc:grpChg>
        <pc:grpChg chg="add mod">
          <ac:chgData name="Kim SAVAROCHE" userId="ad53b011-296a-44c4-b802-11cfb50d8a6c" providerId="ADAL" clId="{71B9E8AC-130A-9F44-BF57-B0BC456A27FF}" dt="2025-07-16T16:45:16.799" v="2953" actId="1076"/>
          <ac:grpSpMkLst>
            <pc:docMk/>
            <pc:sldMk cId="4031190468" sldId="266"/>
            <ac:grpSpMk id="33" creationId="{340F8E69-4823-B3EF-F08D-692DF3D8ECA6}"/>
          </ac:grpSpMkLst>
        </pc:grpChg>
        <pc:grpChg chg="add mod">
          <ac:chgData name="Kim SAVAROCHE" userId="ad53b011-296a-44c4-b802-11cfb50d8a6c" providerId="ADAL" clId="{71B9E8AC-130A-9F44-BF57-B0BC456A27FF}" dt="2025-07-16T16:45:16.799" v="2953" actId="1076"/>
          <ac:grpSpMkLst>
            <pc:docMk/>
            <pc:sldMk cId="4031190468" sldId="266"/>
            <ac:grpSpMk id="34" creationId="{731F6306-6952-2D56-139B-169C62D812FD}"/>
          </ac:grpSpMkLst>
        </pc:grpChg>
        <pc:graphicFrameChg chg="add del mod modGraphic">
          <ac:chgData name="Kim SAVAROCHE" userId="ad53b011-296a-44c4-b802-11cfb50d8a6c" providerId="ADAL" clId="{71B9E8AC-130A-9F44-BF57-B0BC456A27FF}" dt="2025-07-16T17:36:49.736" v="4872" actId="478"/>
          <ac:graphicFrameMkLst>
            <pc:docMk/>
            <pc:sldMk cId="4031190468" sldId="266"/>
            <ac:graphicFrameMk id="49" creationId="{6C978F70-40C4-E693-2D6F-E7BAEE146444}"/>
          </ac:graphicFrameMkLst>
        </pc:graphicFrameChg>
        <pc:picChg chg="add del mod">
          <ac:chgData name="Kim SAVAROCHE" userId="ad53b011-296a-44c4-b802-11cfb50d8a6c" providerId="ADAL" clId="{71B9E8AC-130A-9F44-BF57-B0BC456A27FF}" dt="2025-07-16T15:27:12.173" v="625" actId="478"/>
          <ac:picMkLst>
            <pc:docMk/>
            <pc:sldMk cId="4031190468" sldId="266"/>
            <ac:picMk id="3" creationId="{800755F7-63B6-7FD4-6753-DBAF26068A29}"/>
          </ac:picMkLst>
        </pc:picChg>
        <pc:picChg chg="add mod">
          <ac:chgData name="Kim SAVAROCHE" userId="ad53b011-296a-44c4-b802-11cfb50d8a6c" providerId="ADAL" clId="{71B9E8AC-130A-9F44-BF57-B0BC456A27FF}" dt="2025-07-16T15:29:13.364" v="659" actId="1076"/>
          <ac:picMkLst>
            <pc:docMk/>
            <pc:sldMk cId="4031190468" sldId="266"/>
            <ac:picMk id="4" creationId="{DD42165B-982F-FD1A-FCA4-12A8C2DC16FE}"/>
          </ac:picMkLst>
        </pc:picChg>
        <pc:picChg chg="del">
          <ac:chgData name="Kim SAVAROCHE" userId="ad53b011-296a-44c4-b802-11cfb50d8a6c" providerId="ADAL" clId="{71B9E8AC-130A-9F44-BF57-B0BC456A27FF}" dt="2025-07-16T15:08:47.846" v="87" actId="478"/>
          <ac:picMkLst>
            <pc:docMk/>
            <pc:sldMk cId="4031190468" sldId="266"/>
            <ac:picMk id="5" creationId="{4A1177C4-4C3E-BFD2-6B26-25251361E0B8}"/>
          </ac:picMkLst>
        </pc:picChg>
        <pc:picChg chg="add mod">
          <ac:chgData name="Kim SAVAROCHE" userId="ad53b011-296a-44c4-b802-11cfb50d8a6c" providerId="ADAL" clId="{71B9E8AC-130A-9F44-BF57-B0BC456A27FF}" dt="2025-07-16T16:42:57.480" v="2740" actId="1076"/>
          <ac:picMkLst>
            <pc:docMk/>
            <pc:sldMk cId="4031190468" sldId="266"/>
            <ac:picMk id="5" creationId="{CD26764B-604F-6401-1ABE-4AB44F0F68AE}"/>
          </ac:picMkLst>
        </pc:picChg>
        <pc:picChg chg="del">
          <ac:chgData name="Kim SAVAROCHE" userId="ad53b011-296a-44c4-b802-11cfb50d8a6c" providerId="ADAL" clId="{71B9E8AC-130A-9F44-BF57-B0BC456A27FF}" dt="2025-07-16T15:08:47.846" v="87" actId="478"/>
          <ac:picMkLst>
            <pc:docMk/>
            <pc:sldMk cId="4031190468" sldId="266"/>
            <ac:picMk id="7" creationId="{955A358C-FD03-FC34-26BC-F7E83244D726}"/>
          </ac:picMkLst>
        </pc:picChg>
        <pc:picChg chg="add mod">
          <ac:chgData name="Kim SAVAROCHE" userId="ad53b011-296a-44c4-b802-11cfb50d8a6c" providerId="ADAL" clId="{71B9E8AC-130A-9F44-BF57-B0BC456A27FF}" dt="2025-07-16T15:29:19.898" v="661" actId="14100"/>
          <ac:picMkLst>
            <pc:docMk/>
            <pc:sldMk cId="4031190468" sldId="266"/>
            <ac:picMk id="8" creationId="{CACA05EF-805E-05D3-B77C-089E768676FF}"/>
          </ac:picMkLst>
        </pc:picChg>
        <pc:picChg chg="del">
          <ac:chgData name="Kim SAVAROCHE" userId="ad53b011-296a-44c4-b802-11cfb50d8a6c" providerId="ADAL" clId="{71B9E8AC-130A-9F44-BF57-B0BC456A27FF}" dt="2025-07-16T15:08:47.846" v="87" actId="478"/>
          <ac:picMkLst>
            <pc:docMk/>
            <pc:sldMk cId="4031190468" sldId="266"/>
            <ac:picMk id="9" creationId="{C4A55F1C-5299-FA95-4B62-61A515C95103}"/>
          </ac:picMkLst>
        </pc:picChg>
        <pc:picChg chg="add mod">
          <ac:chgData name="Kim SAVAROCHE" userId="ad53b011-296a-44c4-b802-11cfb50d8a6c" providerId="ADAL" clId="{71B9E8AC-130A-9F44-BF57-B0BC456A27FF}" dt="2025-07-16T15:50:30.468" v="1058" actId="1076"/>
          <ac:picMkLst>
            <pc:docMk/>
            <pc:sldMk cId="4031190468" sldId="266"/>
            <ac:picMk id="16" creationId="{CDABB74A-91B2-7ABA-F392-0DCEE5FBBC94}"/>
          </ac:picMkLst>
        </pc:picChg>
        <pc:picChg chg="add mod">
          <ac:chgData name="Kim SAVAROCHE" userId="ad53b011-296a-44c4-b802-11cfb50d8a6c" providerId="ADAL" clId="{71B9E8AC-130A-9F44-BF57-B0BC456A27FF}" dt="2025-07-16T16:45:16.799" v="2953" actId="1076"/>
          <ac:picMkLst>
            <pc:docMk/>
            <pc:sldMk cId="4031190468" sldId="266"/>
            <ac:picMk id="31" creationId="{8C2A3B84-D76B-BD4F-1A28-16E5A65A65C5}"/>
          </ac:picMkLst>
        </pc:picChg>
        <pc:picChg chg="add mod">
          <ac:chgData name="Kim SAVAROCHE" userId="ad53b011-296a-44c4-b802-11cfb50d8a6c" providerId="ADAL" clId="{71B9E8AC-130A-9F44-BF57-B0BC456A27FF}" dt="2025-07-16T16:45:16.799" v="2953" actId="1076"/>
          <ac:picMkLst>
            <pc:docMk/>
            <pc:sldMk cId="4031190468" sldId="266"/>
            <ac:picMk id="1026" creationId="{1C9927A5-2D5B-2E04-C8E2-6E2E4FCF9268}"/>
          </ac:picMkLst>
        </pc:picChg>
        <pc:cxnChg chg="add mod">
          <ac:chgData name="Kim SAVAROCHE" userId="ad53b011-296a-44c4-b802-11cfb50d8a6c" providerId="ADAL" clId="{71B9E8AC-130A-9F44-BF57-B0BC456A27FF}" dt="2025-07-16T15:50:30.468" v="1058" actId="1076"/>
          <ac:cxnSpMkLst>
            <pc:docMk/>
            <pc:sldMk cId="4031190468" sldId="266"/>
            <ac:cxnSpMk id="18" creationId="{3F5025FD-8857-F0AE-278E-E0552F5E8037}"/>
          </ac:cxnSpMkLst>
        </pc:cxnChg>
        <pc:cxnChg chg="add mod">
          <ac:chgData name="Kim SAVAROCHE" userId="ad53b011-296a-44c4-b802-11cfb50d8a6c" providerId="ADAL" clId="{71B9E8AC-130A-9F44-BF57-B0BC456A27FF}" dt="2025-07-16T15:50:30.468" v="1058" actId="1076"/>
          <ac:cxnSpMkLst>
            <pc:docMk/>
            <pc:sldMk cId="4031190468" sldId="266"/>
            <ac:cxnSpMk id="24" creationId="{E650B160-AFF7-8820-2C45-6120D9B3DE0F}"/>
          </ac:cxnSpMkLst>
        </pc:cxnChg>
        <pc:cxnChg chg="add mod">
          <ac:chgData name="Kim SAVAROCHE" userId="ad53b011-296a-44c4-b802-11cfb50d8a6c" providerId="ADAL" clId="{71B9E8AC-130A-9F44-BF57-B0BC456A27FF}" dt="2025-07-16T15:38:40.219" v="830" actId="14100"/>
          <ac:cxnSpMkLst>
            <pc:docMk/>
            <pc:sldMk cId="4031190468" sldId="266"/>
            <ac:cxnSpMk id="35" creationId="{32D823DF-666D-7ED3-A0F9-DA8F18D3067F}"/>
          </ac:cxnSpMkLst>
        </pc:cxnChg>
        <pc:cxnChg chg="add mod">
          <ac:chgData name="Kim SAVAROCHE" userId="ad53b011-296a-44c4-b802-11cfb50d8a6c" providerId="ADAL" clId="{71B9E8AC-130A-9F44-BF57-B0BC456A27FF}" dt="2025-07-16T15:39:37.432" v="922" actId="1076"/>
          <ac:cxnSpMkLst>
            <pc:docMk/>
            <pc:sldMk cId="4031190468" sldId="266"/>
            <ac:cxnSpMk id="40" creationId="{96F3C091-7AA7-B028-3FB5-265273717B24}"/>
          </ac:cxnSpMkLst>
        </pc:cxnChg>
        <pc:cxnChg chg="add del">
          <ac:chgData name="Kim SAVAROCHE" userId="ad53b011-296a-44c4-b802-11cfb50d8a6c" providerId="ADAL" clId="{71B9E8AC-130A-9F44-BF57-B0BC456A27FF}" dt="2025-07-16T15:47:40.870" v="984" actId="478"/>
          <ac:cxnSpMkLst>
            <pc:docMk/>
            <pc:sldMk cId="4031190468" sldId="266"/>
            <ac:cxnSpMk id="45" creationId="{3711209C-C042-9516-BA73-9D6791F0B75B}"/>
          </ac:cxnSpMkLst>
        </pc:cxnChg>
      </pc:sldChg>
      <pc:sldChg chg="addSp delSp modSp add mod">
        <pc:chgData name="Kim SAVAROCHE" userId="ad53b011-296a-44c4-b802-11cfb50d8a6c" providerId="ADAL" clId="{71B9E8AC-130A-9F44-BF57-B0BC456A27FF}" dt="2025-07-16T17:41:29.740" v="4974"/>
        <pc:sldMkLst>
          <pc:docMk/>
          <pc:sldMk cId="1040574221" sldId="267"/>
        </pc:sldMkLst>
        <pc:spChg chg="add mod">
          <ac:chgData name="Kim SAVAROCHE" userId="ad53b011-296a-44c4-b802-11cfb50d8a6c" providerId="ADAL" clId="{71B9E8AC-130A-9F44-BF57-B0BC456A27FF}" dt="2025-07-16T15:12:36.793" v="113" actId="767"/>
          <ac:spMkLst>
            <pc:docMk/>
            <pc:sldMk cId="1040574221" sldId="267"/>
            <ac:spMk id="2" creationId="{8EC4B231-7BAE-ADB3-D4E5-83366F9CC321}"/>
          </ac:spMkLst>
        </pc:spChg>
        <pc:spChg chg="add mod">
          <ac:chgData name="Kim SAVAROCHE" userId="ad53b011-296a-44c4-b802-11cfb50d8a6c" providerId="ADAL" clId="{71B9E8AC-130A-9F44-BF57-B0BC456A27FF}" dt="2025-07-16T15:26:40.358" v="620" actId="20577"/>
          <ac:spMkLst>
            <pc:docMk/>
            <pc:sldMk cId="1040574221" sldId="267"/>
            <ac:spMk id="8" creationId="{338582DD-19CC-11BD-6366-BBF6637A4EA7}"/>
          </ac:spMkLst>
        </pc:spChg>
        <pc:spChg chg="mod">
          <ac:chgData name="Kim SAVAROCHE" userId="ad53b011-296a-44c4-b802-11cfb50d8a6c" providerId="ADAL" clId="{71B9E8AC-130A-9F44-BF57-B0BC456A27FF}" dt="2025-07-16T15:12:46.633" v="138" actId="20577"/>
          <ac:spMkLst>
            <pc:docMk/>
            <pc:sldMk cId="1040574221" sldId="267"/>
            <ac:spMk id="10" creationId="{A2719ECF-27C0-7865-3422-521137494036}"/>
          </ac:spMkLst>
        </pc:spChg>
        <pc:spChg chg="del">
          <ac:chgData name="Kim SAVAROCHE" userId="ad53b011-296a-44c4-b802-11cfb50d8a6c" providerId="ADAL" clId="{71B9E8AC-130A-9F44-BF57-B0BC456A27FF}" dt="2025-07-16T15:12:34.759" v="111" actId="478"/>
          <ac:spMkLst>
            <pc:docMk/>
            <pc:sldMk cId="1040574221" sldId="267"/>
            <ac:spMk id="11" creationId="{A5BDF500-5737-70D7-6C54-DDFA6E93C5CA}"/>
          </ac:spMkLst>
        </pc:spChg>
        <pc:spChg chg="del">
          <ac:chgData name="Kim SAVAROCHE" userId="ad53b011-296a-44c4-b802-11cfb50d8a6c" providerId="ADAL" clId="{71B9E8AC-130A-9F44-BF57-B0BC456A27FF}" dt="2025-07-16T15:12:34.759" v="111" actId="478"/>
          <ac:spMkLst>
            <pc:docMk/>
            <pc:sldMk cId="1040574221" sldId="267"/>
            <ac:spMk id="12" creationId="{250F0B93-396A-5E04-3BC5-DE101A5C8F5B}"/>
          </ac:spMkLst>
        </pc:spChg>
        <pc:spChg chg="del">
          <ac:chgData name="Kim SAVAROCHE" userId="ad53b011-296a-44c4-b802-11cfb50d8a6c" providerId="ADAL" clId="{71B9E8AC-130A-9F44-BF57-B0BC456A27FF}" dt="2025-07-16T15:12:34.759" v="111" actId="478"/>
          <ac:spMkLst>
            <pc:docMk/>
            <pc:sldMk cId="1040574221" sldId="267"/>
            <ac:spMk id="13" creationId="{F50A4562-5F12-0AAE-9642-DA1974A5318F}"/>
          </ac:spMkLst>
        </pc:spChg>
        <pc:graphicFrameChg chg="add mod modGraphic">
          <ac:chgData name="Kim SAVAROCHE" userId="ad53b011-296a-44c4-b802-11cfb50d8a6c" providerId="ADAL" clId="{71B9E8AC-130A-9F44-BF57-B0BC456A27FF}" dt="2025-07-16T17:41:29.740" v="4974"/>
          <ac:graphicFrameMkLst>
            <pc:docMk/>
            <pc:sldMk cId="1040574221" sldId="267"/>
            <ac:graphicFrameMk id="3" creationId="{DEE1B2CB-2B0C-75ED-F77E-6410B331B38F}"/>
          </ac:graphicFrameMkLst>
        </pc:graphicFrameChg>
        <pc:picChg chg="del">
          <ac:chgData name="Kim SAVAROCHE" userId="ad53b011-296a-44c4-b802-11cfb50d8a6c" providerId="ADAL" clId="{71B9E8AC-130A-9F44-BF57-B0BC456A27FF}" dt="2025-07-16T15:12:34.759" v="111" actId="478"/>
          <ac:picMkLst>
            <pc:docMk/>
            <pc:sldMk cId="1040574221" sldId="267"/>
            <ac:picMk id="5" creationId="{893C82F3-5A7F-2418-BF4A-9085F732660A}"/>
          </ac:picMkLst>
        </pc:picChg>
        <pc:picChg chg="add del mod">
          <ac:chgData name="Kim SAVAROCHE" userId="ad53b011-296a-44c4-b802-11cfb50d8a6c" providerId="ADAL" clId="{71B9E8AC-130A-9F44-BF57-B0BC456A27FF}" dt="2025-07-16T15:21:47.575" v="264" actId="478"/>
          <ac:picMkLst>
            <pc:docMk/>
            <pc:sldMk cId="1040574221" sldId="267"/>
            <ac:picMk id="6" creationId="{AEBFB84F-0002-C5F6-10BA-90ADEC24F70A}"/>
          </ac:picMkLst>
        </pc:picChg>
        <pc:picChg chg="del">
          <ac:chgData name="Kim SAVAROCHE" userId="ad53b011-296a-44c4-b802-11cfb50d8a6c" providerId="ADAL" clId="{71B9E8AC-130A-9F44-BF57-B0BC456A27FF}" dt="2025-07-16T15:12:34.759" v="111" actId="478"/>
          <ac:picMkLst>
            <pc:docMk/>
            <pc:sldMk cId="1040574221" sldId="267"/>
            <ac:picMk id="7" creationId="{9401A40A-E68E-981E-F57B-9B15E2DF7270}"/>
          </ac:picMkLst>
        </pc:picChg>
        <pc:picChg chg="del">
          <ac:chgData name="Kim SAVAROCHE" userId="ad53b011-296a-44c4-b802-11cfb50d8a6c" providerId="ADAL" clId="{71B9E8AC-130A-9F44-BF57-B0BC456A27FF}" dt="2025-07-16T15:12:34.759" v="111" actId="478"/>
          <ac:picMkLst>
            <pc:docMk/>
            <pc:sldMk cId="1040574221" sldId="267"/>
            <ac:picMk id="9" creationId="{98860D1C-225D-9C39-3532-9136F89635DA}"/>
          </ac:picMkLst>
        </pc:picChg>
      </pc:sldChg>
      <pc:sldChg chg="addSp delSp modSp add mod modAnim">
        <pc:chgData name="Kim SAVAROCHE" userId="ad53b011-296a-44c4-b802-11cfb50d8a6c" providerId="ADAL" clId="{71B9E8AC-130A-9F44-BF57-B0BC456A27FF}" dt="2025-07-16T16:18:27.279" v="1689" actId="20577"/>
        <pc:sldMkLst>
          <pc:docMk/>
          <pc:sldMk cId="1579784307" sldId="268"/>
        </pc:sldMkLst>
        <pc:spChg chg="add mod">
          <ac:chgData name="Kim SAVAROCHE" userId="ad53b011-296a-44c4-b802-11cfb50d8a6c" providerId="ADAL" clId="{71B9E8AC-130A-9F44-BF57-B0BC456A27FF}" dt="2025-07-16T15:57:56.958" v="1248" actId="20577"/>
          <ac:spMkLst>
            <pc:docMk/>
            <pc:sldMk cId="1579784307" sldId="268"/>
            <ac:spMk id="6" creationId="{2C406B6A-549B-5C1E-5EA7-6BB403217E91}"/>
          </ac:spMkLst>
        </pc:spChg>
        <pc:spChg chg="add mod">
          <ac:chgData name="Kim SAVAROCHE" userId="ad53b011-296a-44c4-b802-11cfb50d8a6c" providerId="ADAL" clId="{71B9E8AC-130A-9F44-BF57-B0BC456A27FF}" dt="2025-07-16T15:58:40.201" v="1253" actId="20577"/>
          <ac:spMkLst>
            <pc:docMk/>
            <pc:sldMk cId="1579784307" sldId="268"/>
            <ac:spMk id="7" creationId="{22D76F02-BF83-4699-B087-FD935D8B81F4}"/>
          </ac:spMkLst>
        </pc:spChg>
        <pc:spChg chg="mod">
          <ac:chgData name="Kim SAVAROCHE" userId="ad53b011-296a-44c4-b802-11cfb50d8a6c" providerId="ADAL" clId="{71B9E8AC-130A-9F44-BF57-B0BC456A27FF}" dt="2025-07-16T16:18:27.279" v="1689" actId="20577"/>
          <ac:spMkLst>
            <pc:docMk/>
            <pc:sldMk cId="1579784307" sldId="268"/>
            <ac:spMk id="10" creationId="{FE1E5E08-16C3-C76E-F355-1C75719D75F2}"/>
          </ac:spMkLst>
        </pc:spChg>
        <pc:spChg chg="del">
          <ac:chgData name="Kim SAVAROCHE" userId="ad53b011-296a-44c4-b802-11cfb50d8a6c" providerId="ADAL" clId="{71B9E8AC-130A-9F44-BF57-B0BC456A27FF}" dt="2025-07-16T15:53:15.579" v="1177" actId="478"/>
          <ac:spMkLst>
            <pc:docMk/>
            <pc:sldMk cId="1579784307" sldId="268"/>
            <ac:spMk id="23" creationId="{CE17B00F-4E2A-134F-C82E-67D761DAB5DF}"/>
          </ac:spMkLst>
        </pc:spChg>
        <pc:spChg chg="del">
          <ac:chgData name="Kim SAVAROCHE" userId="ad53b011-296a-44c4-b802-11cfb50d8a6c" providerId="ADAL" clId="{71B9E8AC-130A-9F44-BF57-B0BC456A27FF}" dt="2025-07-16T15:53:11.896" v="1175" actId="478"/>
          <ac:spMkLst>
            <pc:docMk/>
            <pc:sldMk cId="1579784307" sldId="268"/>
            <ac:spMk id="25" creationId="{B48CCB62-213A-5EE3-F1A1-50BF476E5D4B}"/>
          </ac:spMkLst>
        </pc:spChg>
        <pc:spChg chg="del">
          <ac:chgData name="Kim SAVAROCHE" userId="ad53b011-296a-44c4-b802-11cfb50d8a6c" providerId="ADAL" clId="{71B9E8AC-130A-9F44-BF57-B0BC456A27FF}" dt="2025-07-16T15:53:11.896" v="1175" actId="478"/>
          <ac:spMkLst>
            <pc:docMk/>
            <pc:sldMk cId="1579784307" sldId="268"/>
            <ac:spMk id="39" creationId="{CD89D53A-A77E-90A7-8814-10A00ECA9A10}"/>
          </ac:spMkLst>
        </pc:spChg>
        <pc:spChg chg="del">
          <ac:chgData name="Kim SAVAROCHE" userId="ad53b011-296a-44c4-b802-11cfb50d8a6c" providerId="ADAL" clId="{71B9E8AC-130A-9F44-BF57-B0BC456A27FF}" dt="2025-07-16T15:53:11.896" v="1175" actId="478"/>
          <ac:spMkLst>
            <pc:docMk/>
            <pc:sldMk cId="1579784307" sldId="268"/>
            <ac:spMk id="41" creationId="{2AE6C369-FE30-E99D-A0E4-1FA59568BFB6}"/>
          </ac:spMkLst>
        </pc:spChg>
        <pc:spChg chg="del">
          <ac:chgData name="Kim SAVAROCHE" userId="ad53b011-296a-44c4-b802-11cfb50d8a6c" providerId="ADAL" clId="{71B9E8AC-130A-9F44-BF57-B0BC456A27FF}" dt="2025-07-16T15:53:15.579" v="1177" actId="478"/>
          <ac:spMkLst>
            <pc:docMk/>
            <pc:sldMk cId="1579784307" sldId="268"/>
            <ac:spMk id="46" creationId="{EBD1CDFA-ED62-BFE4-8A44-33A377F9E192}"/>
          </ac:spMkLst>
        </pc:spChg>
        <pc:spChg chg="del">
          <ac:chgData name="Kim SAVAROCHE" userId="ad53b011-296a-44c4-b802-11cfb50d8a6c" providerId="ADAL" clId="{71B9E8AC-130A-9F44-BF57-B0BC456A27FF}" dt="2025-07-16T15:53:15.579" v="1177" actId="478"/>
          <ac:spMkLst>
            <pc:docMk/>
            <pc:sldMk cId="1579784307" sldId="268"/>
            <ac:spMk id="47" creationId="{71EFA491-A3B2-594B-72CB-285E63633EEA}"/>
          </ac:spMkLst>
        </pc:spChg>
        <pc:grpChg chg="del">
          <ac:chgData name="Kim SAVAROCHE" userId="ad53b011-296a-44c4-b802-11cfb50d8a6c" providerId="ADAL" clId="{71B9E8AC-130A-9F44-BF57-B0BC456A27FF}" dt="2025-07-16T15:53:16.641" v="1178" actId="478"/>
          <ac:grpSpMkLst>
            <pc:docMk/>
            <pc:sldMk cId="1579784307" sldId="268"/>
            <ac:grpSpMk id="14" creationId="{512D6427-A425-A4F4-17DF-F5BBEC861E8A}"/>
          </ac:grpSpMkLst>
        </pc:grpChg>
        <pc:grpChg chg="del">
          <ac:chgData name="Kim SAVAROCHE" userId="ad53b011-296a-44c4-b802-11cfb50d8a6c" providerId="ADAL" clId="{71B9E8AC-130A-9F44-BF57-B0BC456A27FF}" dt="2025-07-16T15:53:11.896" v="1175" actId="478"/>
          <ac:grpSpMkLst>
            <pc:docMk/>
            <pc:sldMk cId="1579784307" sldId="268"/>
            <ac:grpSpMk id="34" creationId="{F0F46842-544E-4F7A-87D8-4831149D5D52}"/>
          </ac:grpSpMkLst>
        </pc:grpChg>
        <pc:graphicFrameChg chg="del">
          <ac:chgData name="Kim SAVAROCHE" userId="ad53b011-296a-44c4-b802-11cfb50d8a6c" providerId="ADAL" clId="{71B9E8AC-130A-9F44-BF57-B0BC456A27FF}" dt="2025-07-16T15:53:12.996" v="1176" actId="478"/>
          <ac:graphicFrameMkLst>
            <pc:docMk/>
            <pc:sldMk cId="1579784307" sldId="268"/>
            <ac:graphicFrameMk id="49" creationId="{F76CBF20-5CCD-B5E2-73D5-AA9CFD2F3BB4}"/>
          </ac:graphicFrameMkLst>
        </pc:graphicFrameChg>
        <pc:picChg chg="add mod">
          <ac:chgData name="Kim SAVAROCHE" userId="ad53b011-296a-44c4-b802-11cfb50d8a6c" providerId="ADAL" clId="{71B9E8AC-130A-9F44-BF57-B0BC456A27FF}" dt="2025-07-16T15:56:46.910" v="1187" actId="1076"/>
          <ac:picMkLst>
            <pc:docMk/>
            <pc:sldMk cId="1579784307" sldId="268"/>
            <ac:picMk id="3" creationId="{A7865458-4060-C7C1-B384-BE3FD06F44A7}"/>
          </ac:picMkLst>
        </pc:picChg>
        <pc:picChg chg="add mod">
          <ac:chgData name="Kim SAVAROCHE" userId="ad53b011-296a-44c4-b802-11cfb50d8a6c" providerId="ADAL" clId="{71B9E8AC-130A-9F44-BF57-B0BC456A27FF}" dt="2025-07-16T15:56:49.545" v="1188" actId="1076"/>
          <ac:picMkLst>
            <pc:docMk/>
            <pc:sldMk cId="1579784307" sldId="268"/>
            <ac:picMk id="5" creationId="{912F9FF6-E357-CB4B-B481-30ACD859A304}"/>
          </ac:picMkLst>
        </pc:picChg>
        <pc:picChg chg="add mod">
          <ac:chgData name="Kim SAVAROCHE" userId="ad53b011-296a-44c4-b802-11cfb50d8a6c" providerId="ADAL" clId="{71B9E8AC-130A-9F44-BF57-B0BC456A27FF}" dt="2025-07-16T16:01:25.441" v="1267" actId="1440"/>
          <ac:picMkLst>
            <pc:docMk/>
            <pc:sldMk cId="1579784307" sldId="268"/>
            <ac:picMk id="11" creationId="{88531778-22E8-B9E8-B076-8462A62B6609}"/>
          </ac:picMkLst>
        </pc:picChg>
        <pc:picChg chg="add mod">
          <ac:chgData name="Kim SAVAROCHE" userId="ad53b011-296a-44c4-b802-11cfb50d8a6c" providerId="ADAL" clId="{71B9E8AC-130A-9F44-BF57-B0BC456A27FF}" dt="2025-07-16T16:01:37.847" v="1271" actId="1076"/>
          <ac:picMkLst>
            <pc:docMk/>
            <pc:sldMk cId="1579784307" sldId="268"/>
            <ac:picMk id="13" creationId="{9F32BC70-590F-2306-865A-641C40A75434}"/>
          </ac:picMkLst>
        </pc:picChg>
        <pc:picChg chg="del">
          <ac:chgData name="Kim SAVAROCHE" userId="ad53b011-296a-44c4-b802-11cfb50d8a6c" providerId="ADAL" clId="{71B9E8AC-130A-9F44-BF57-B0BC456A27FF}" dt="2025-07-16T15:53:15.579" v="1177" actId="478"/>
          <ac:picMkLst>
            <pc:docMk/>
            <pc:sldMk cId="1579784307" sldId="268"/>
            <ac:picMk id="16" creationId="{7CC3184B-E1E3-5747-7D74-A860CCE6F8E2}"/>
          </ac:picMkLst>
        </pc:picChg>
        <pc:cxnChg chg="del">
          <ac:chgData name="Kim SAVAROCHE" userId="ad53b011-296a-44c4-b802-11cfb50d8a6c" providerId="ADAL" clId="{71B9E8AC-130A-9F44-BF57-B0BC456A27FF}" dt="2025-07-16T15:53:11.896" v="1175" actId="478"/>
          <ac:cxnSpMkLst>
            <pc:docMk/>
            <pc:sldMk cId="1579784307" sldId="268"/>
            <ac:cxnSpMk id="18" creationId="{461CC1B2-3A0A-0411-D188-4A3C3A6759D8}"/>
          </ac:cxnSpMkLst>
        </pc:cxnChg>
        <pc:cxnChg chg="del">
          <ac:chgData name="Kim SAVAROCHE" userId="ad53b011-296a-44c4-b802-11cfb50d8a6c" providerId="ADAL" clId="{71B9E8AC-130A-9F44-BF57-B0BC456A27FF}" dt="2025-07-16T15:53:11.896" v="1175" actId="478"/>
          <ac:cxnSpMkLst>
            <pc:docMk/>
            <pc:sldMk cId="1579784307" sldId="268"/>
            <ac:cxnSpMk id="24" creationId="{A68C2313-6A74-92D6-E714-358F297DC019}"/>
          </ac:cxnSpMkLst>
        </pc:cxnChg>
        <pc:cxnChg chg="del">
          <ac:chgData name="Kim SAVAROCHE" userId="ad53b011-296a-44c4-b802-11cfb50d8a6c" providerId="ADAL" clId="{71B9E8AC-130A-9F44-BF57-B0BC456A27FF}" dt="2025-07-16T15:53:11.896" v="1175" actId="478"/>
          <ac:cxnSpMkLst>
            <pc:docMk/>
            <pc:sldMk cId="1579784307" sldId="268"/>
            <ac:cxnSpMk id="35" creationId="{9E06BEA3-1E9D-8706-643B-312DA366A3F2}"/>
          </ac:cxnSpMkLst>
        </pc:cxnChg>
        <pc:cxnChg chg="del">
          <ac:chgData name="Kim SAVAROCHE" userId="ad53b011-296a-44c4-b802-11cfb50d8a6c" providerId="ADAL" clId="{71B9E8AC-130A-9F44-BF57-B0BC456A27FF}" dt="2025-07-16T15:53:11.896" v="1175" actId="478"/>
          <ac:cxnSpMkLst>
            <pc:docMk/>
            <pc:sldMk cId="1579784307" sldId="268"/>
            <ac:cxnSpMk id="40" creationId="{2782C9DD-674B-35DC-BF35-11D9A7933033}"/>
          </ac:cxnSpMkLst>
        </pc:cxnChg>
      </pc:sldChg>
      <pc:sldChg chg="delSp modSp add mod">
        <pc:chgData name="Kim SAVAROCHE" userId="ad53b011-296a-44c4-b802-11cfb50d8a6c" providerId="ADAL" clId="{71B9E8AC-130A-9F44-BF57-B0BC456A27FF}" dt="2025-07-16T17:12:08.791" v="3954" actId="255"/>
        <pc:sldMkLst>
          <pc:docMk/>
          <pc:sldMk cId="3430977174" sldId="269"/>
        </pc:sldMkLst>
        <pc:spChg chg="mod">
          <ac:chgData name="Kim SAVAROCHE" userId="ad53b011-296a-44c4-b802-11cfb50d8a6c" providerId="ADAL" clId="{71B9E8AC-130A-9F44-BF57-B0BC456A27FF}" dt="2025-07-16T16:11:58.509" v="1462" actId="20577"/>
          <ac:spMkLst>
            <pc:docMk/>
            <pc:sldMk cId="3430977174" sldId="269"/>
            <ac:spMk id="2" creationId="{10887A73-BB84-8855-6C44-C696351F0813}"/>
          </ac:spMkLst>
        </pc:spChg>
        <pc:graphicFrameChg chg="mod modGraphic">
          <ac:chgData name="Kim SAVAROCHE" userId="ad53b011-296a-44c4-b802-11cfb50d8a6c" providerId="ADAL" clId="{71B9E8AC-130A-9F44-BF57-B0BC456A27FF}" dt="2025-07-16T17:12:08.791" v="3954" actId="255"/>
          <ac:graphicFrameMkLst>
            <pc:docMk/>
            <pc:sldMk cId="3430977174" sldId="269"/>
            <ac:graphicFrameMk id="7" creationId="{5DDE8B14-F0C0-8E02-7962-B8E8B0617BAF}"/>
          </ac:graphicFrameMkLst>
        </pc:graphicFrameChg>
        <pc:graphicFrameChg chg="del modGraphic">
          <ac:chgData name="Kim SAVAROCHE" userId="ad53b011-296a-44c4-b802-11cfb50d8a6c" providerId="ADAL" clId="{71B9E8AC-130A-9F44-BF57-B0BC456A27FF}" dt="2025-07-16T16:12:05.113" v="1465" actId="478"/>
          <ac:graphicFrameMkLst>
            <pc:docMk/>
            <pc:sldMk cId="3430977174" sldId="269"/>
            <ac:graphicFrameMk id="8" creationId="{A2DA1A18-9013-8993-8E92-C46CE7FA42AB}"/>
          </ac:graphicFrameMkLst>
        </pc:graphicFrameChg>
      </pc:sldChg>
      <pc:sldChg chg="addSp delSp modSp add mod">
        <pc:chgData name="Kim SAVAROCHE" userId="ad53b011-296a-44c4-b802-11cfb50d8a6c" providerId="ADAL" clId="{71B9E8AC-130A-9F44-BF57-B0BC456A27FF}" dt="2025-07-16T17:43:03.273" v="5029" actId="20577"/>
        <pc:sldMkLst>
          <pc:docMk/>
          <pc:sldMk cId="1411393965" sldId="270"/>
        </pc:sldMkLst>
        <pc:spChg chg="mod">
          <ac:chgData name="Kim SAVAROCHE" userId="ad53b011-296a-44c4-b802-11cfb50d8a6c" providerId="ADAL" clId="{71B9E8AC-130A-9F44-BF57-B0BC456A27FF}" dt="2025-07-16T16:17:39.317" v="1665" actId="20577"/>
          <ac:spMkLst>
            <pc:docMk/>
            <pc:sldMk cId="1411393965" sldId="270"/>
            <ac:spMk id="2" creationId="{A9F99EC3-C6F7-0E80-EB6C-B19414BA22E4}"/>
          </ac:spMkLst>
        </pc:spChg>
        <pc:spChg chg="add mod">
          <ac:chgData name="Kim SAVAROCHE" userId="ad53b011-296a-44c4-b802-11cfb50d8a6c" providerId="ADAL" clId="{71B9E8AC-130A-9F44-BF57-B0BC456A27FF}" dt="2025-07-16T17:42:53.310" v="5019" actId="20577"/>
          <ac:spMkLst>
            <pc:docMk/>
            <pc:sldMk cId="1411393965" sldId="270"/>
            <ac:spMk id="3" creationId="{15526F03-D9E1-B456-3F03-8E3D756BEBF4}"/>
          </ac:spMkLst>
        </pc:spChg>
        <pc:spChg chg="add del mod">
          <ac:chgData name="Kim SAVAROCHE" userId="ad53b011-296a-44c4-b802-11cfb50d8a6c" providerId="ADAL" clId="{71B9E8AC-130A-9F44-BF57-B0BC456A27FF}" dt="2025-07-16T17:09:07.356" v="3816" actId="478"/>
          <ac:spMkLst>
            <pc:docMk/>
            <pc:sldMk cId="1411393965" sldId="270"/>
            <ac:spMk id="3" creationId="{D37A9CB2-53E6-98B5-26DD-9C31641F2C26}"/>
          </ac:spMkLst>
        </pc:spChg>
        <pc:spChg chg="del">
          <ac:chgData name="Kim SAVAROCHE" userId="ad53b011-296a-44c4-b802-11cfb50d8a6c" providerId="ADAL" clId="{71B9E8AC-130A-9F44-BF57-B0BC456A27FF}" dt="2025-07-16T16:17:34.539" v="1654" actId="478"/>
          <ac:spMkLst>
            <pc:docMk/>
            <pc:sldMk cId="1411393965" sldId="270"/>
            <ac:spMk id="3" creationId="{E01DC938-2B30-8926-FA65-B59D2B0B4923}"/>
          </ac:spMkLst>
        </pc:spChg>
        <pc:spChg chg="add mod">
          <ac:chgData name="Kim SAVAROCHE" userId="ad53b011-296a-44c4-b802-11cfb50d8a6c" providerId="ADAL" clId="{71B9E8AC-130A-9F44-BF57-B0BC456A27FF}" dt="2025-07-16T17:43:03.273" v="5029" actId="20577"/>
          <ac:spMkLst>
            <pc:docMk/>
            <pc:sldMk cId="1411393965" sldId="270"/>
            <ac:spMk id="5" creationId="{4AEB880D-F5DC-F3E3-573D-14A0FEED25D5}"/>
          </ac:spMkLst>
        </pc:spChg>
        <pc:spChg chg="add del mod">
          <ac:chgData name="Kim SAVAROCHE" userId="ad53b011-296a-44c4-b802-11cfb50d8a6c" providerId="ADAL" clId="{71B9E8AC-130A-9F44-BF57-B0BC456A27FF}" dt="2025-07-16T16:17:36.227" v="1655" actId="478"/>
          <ac:spMkLst>
            <pc:docMk/>
            <pc:sldMk cId="1411393965" sldId="270"/>
            <ac:spMk id="5" creationId="{F9F8FF12-8326-C8FE-B918-55F08D5BB422}"/>
          </ac:spMkLst>
        </pc:spChg>
        <pc:spChg chg="add mod">
          <ac:chgData name="Kim SAVAROCHE" userId="ad53b011-296a-44c4-b802-11cfb50d8a6c" providerId="ADAL" clId="{71B9E8AC-130A-9F44-BF57-B0BC456A27FF}" dt="2025-07-16T17:24:52.431" v="4832" actId="113"/>
          <ac:spMkLst>
            <pc:docMk/>
            <pc:sldMk cId="1411393965" sldId="270"/>
            <ac:spMk id="7" creationId="{48510D91-817E-D540-80F3-9AFCFE53199B}"/>
          </ac:spMkLst>
        </pc:spChg>
        <pc:grpChg chg="add mod">
          <ac:chgData name="Kim SAVAROCHE" userId="ad53b011-296a-44c4-b802-11cfb50d8a6c" providerId="ADAL" clId="{71B9E8AC-130A-9F44-BF57-B0BC456A27FF}" dt="2025-07-16T17:24:29.076" v="4824" actId="1076"/>
          <ac:grpSpMkLst>
            <pc:docMk/>
            <pc:sldMk cId="1411393965" sldId="270"/>
            <ac:grpSpMk id="6" creationId="{57987B7C-E53C-60FE-A366-07F733F2B76F}"/>
          </ac:grpSpMkLst>
        </pc:grpChg>
        <pc:graphicFrameChg chg="add del mod modGraphic">
          <ac:chgData name="Kim SAVAROCHE" userId="ad53b011-296a-44c4-b802-11cfb50d8a6c" providerId="ADAL" clId="{71B9E8AC-130A-9F44-BF57-B0BC456A27FF}" dt="2025-07-16T17:15:56.281" v="4024" actId="478"/>
          <ac:graphicFrameMkLst>
            <pc:docMk/>
            <pc:sldMk cId="1411393965" sldId="270"/>
            <ac:graphicFrameMk id="4" creationId="{CEB8B558-CC71-9F8D-C8AA-E860ACF95AC7}"/>
          </ac:graphicFrameMkLst>
        </pc:graphicFrameChg>
      </pc:sldChg>
      <pc:sldChg chg="addSp modSp add mod modAnim">
        <pc:chgData name="Kim SAVAROCHE" userId="ad53b011-296a-44c4-b802-11cfb50d8a6c" providerId="ADAL" clId="{71B9E8AC-130A-9F44-BF57-B0BC456A27FF}" dt="2025-07-16T17:11:33.694" v="3946" actId="20577"/>
        <pc:sldMkLst>
          <pc:docMk/>
          <pc:sldMk cId="2794488888" sldId="271"/>
        </pc:sldMkLst>
        <pc:spChg chg="mod">
          <ac:chgData name="Kim SAVAROCHE" userId="ad53b011-296a-44c4-b802-11cfb50d8a6c" providerId="ADAL" clId="{71B9E8AC-130A-9F44-BF57-B0BC456A27FF}" dt="2025-07-16T17:11:33.694" v="3946" actId="20577"/>
          <ac:spMkLst>
            <pc:docMk/>
            <pc:sldMk cId="2794488888" sldId="271"/>
            <ac:spMk id="8" creationId="{2520E3D9-31A5-CD23-E33E-1D10D751EE31}"/>
          </ac:spMkLst>
        </pc:spChg>
        <pc:spChg chg="mod">
          <ac:chgData name="Kim SAVAROCHE" userId="ad53b011-296a-44c4-b802-11cfb50d8a6c" providerId="ADAL" clId="{71B9E8AC-130A-9F44-BF57-B0BC456A27FF}" dt="2025-07-16T16:18:53.053" v="1704" actId="20577"/>
          <ac:spMkLst>
            <pc:docMk/>
            <pc:sldMk cId="2794488888" sldId="271"/>
            <ac:spMk id="10" creationId="{C28F61E5-3561-7862-1DFF-2CA46BFB36A2}"/>
          </ac:spMkLst>
        </pc:spChg>
        <pc:graphicFrameChg chg="mod modGraphic">
          <ac:chgData name="Kim SAVAROCHE" userId="ad53b011-296a-44c4-b802-11cfb50d8a6c" providerId="ADAL" clId="{71B9E8AC-130A-9F44-BF57-B0BC456A27FF}" dt="2025-07-16T16:29:14.050" v="2252" actId="20577"/>
          <ac:graphicFrameMkLst>
            <pc:docMk/>
            <pc:sldMk cId="2794488888" sldId="271"/>
            <ac:graphicFrameMk id="3" creationId="{D9634C0A-3B58-CD73-6E2E-AB420037BBBE}"/>
          </ac:graphicFrameMkLst>
        </pc:graphicFrameChg>
        <pc:picChg chg="add mod">
          <ac:chgData name="Kim SAVAROCHE" userId="ad53b011-296a-44c4-b802-11cfb50d8a6c" providerId="ADAL" clId="{71B9E8AC-130A-9F44-BF57-B0BC456A27FF}" dt="2025-07-16T16:33:09.122" v="2436" actId="1035"/>
          <ac:picMkLst>
            <pc:docMk/>
            <pc:sldMk cId="2794488888" sldId="271"/>
            <ac:picMk id="2" creationId="{C8186907-536D-1640-4C9B-A2AC948B333D}"/>
          </ac:picMkLst>
        </pc:picChg>
        <pc:picChg chg="add mod">
          <ac:chgData name="Kim SAVAROCHE" userId="ad53b011-296a-44c4-b802-11cfb50d8a6c" providerId="ADAL" clId="{71B9E8AC-130A-9F44-BF57-B0BC456A27FF}" dt="2025-07-16T16:33:28.669" v="2442" actId="1076"/>
          <ac:picMkLst>
            <pc:docMk/>
            <pc:sldMk cId="2794488888" sldId="271"/>
            <ac:picMk id="4" creationId="{2EA71C04-8951-339A-8175-2FB0688878AD}"/>
          </ac:picMkLst>
        </pc:picChg>
        <pc:picChg chg="add mod">
          <ac:chgData name="Kim SAVAROCHE" userId="ad53b011-296a-44c4-b802-11cfb50d8a6c" providerId="ADAL" clId="{71B9E8AC-130A-9F44-BF57-B0BC456A27FF}" dt="2025-07-16T16:34:00.487" v="2452" actId="1076"/>
          <ac:picMkLst>
            <pc:docMk/>
            <pc:sldMk cId="2794488888" sldId="271"/>
            <ac:picMk id="5" creationId="{B54CB06E-08FD-617D-2B78-B931154B8BDD}"/>
          </ac:picMkLst>
        </pc:picChg>
      </pc:sldChg>
      <pc:sldChg chg="addSp delSp modSp add mod">
        <pc:chgData name="Kim SAVAROCHE" userId="ad53b011-296a-44c4-b802-11cfb50d8a6c" providerId="ADAL" clId="{71B9E8AC-130A-9F44-BF57-B0BC456A27FF}" dt="2025-07-16T16:47:14.893" v="3118" actId="313"/>
        <pc:sldMkLst>
          <pc:docMk/>
          <pc:sldMk cId="3310632219" sldId="272"/>
        </pc:sldMkLst>
        <pc:spChg chg="add mod">
          <ac:chgData name="Kim SAVAROCHE" userId="ad53b011-296a-44c4-b802-11cfb50d8a6c" providerId="ADAL" clId="{71B9E8AC-130A-9F44-BF57-B0BC456A27FF}" dt="2025-07-16T16:39:10.413" v="2569" actId="20577"/>
          <ac:spMkLst>
            <pc:docMk/>
            <pc:sldMk cId="3310632219" sldId="272"/>
            <ac:spMk id="6" creationId="{AF2DEB27-3B2E-CB7E-CAD5-907083B8D2EF}"/>
          </ac:spMkLst>
        </pc:spChg>
        <pc:spChg chg="add mod">
          <ac:chgData name="Kim SAVAROCHE" userId="ad53b011-296a-44c4-b802-11cfb50d8a6c" providerId="ADAL" clId="{71B9E8AC-130A-9F44-BF57-B0BC456A27FF}" dt="2025-07-16T16:40:15.010" v="2618" actId="20577"/>
          <ac:spMkLst>
            <pc:docMk/>
            <pc:sldMk cId="3310632219" sldId="272"/>
            <ac:spMk id="20" creationId="{44AE5363-532F-639E-EBEE-7F97C8332281}"/>
          </ac:spMkLst>
        </pc:spChg>
        <pc:spChg chg="del">
          <ac:chgData name="Kim SAVAROCHE" userId="ad53b011-296a-44c4-b802-11cfb50d8a6c" providerId="ADAL" clId="{71B9E8AC-130A-9F44-BF57-B0BC456A27FF}" dt="2025-07-16T16:34:34.225" v="2461" actId="478"/>
          <ac:spMkLst>
            <pc:docMk/>
            <pc:sldMk cId="3310632219" sldId="272"/>
            <ac:spMk id="23" creationId="{DBCCF65B-5538-5EAB-8AC7-834102AD7974}"/>
          </ac:spMkLst>
        </pc:spChg>
        <pc:spChg chg="del">
          <ac:chgData name="Kim SAVAROCHE" userId="ad53b011-296a-44c4-b802-11cfb50d8a6c" providerId="ADAL" clId="{71B9E8AC-130A-9F44-BF57-B0BC456A27FF}" dt="2025-07-16T16:34:34.225" v="2461" actId="478"/>
          <ac:spMkLst>
            <pc:docMk/>
            <pc:sldMk cId="3310632219" sldId="272"/>
            <ac:spMk id="25" creationId="{903146DA-CAAA-CBCD-81C4-1667FF2821DB}"/>
          </ac:spMkLst>
        </pc:spChg>
        <pc:spChg chg="add mod">
          <ac:chgData name="Kim SAVAROCHE" userId="ad53b011-296a-44c4-b802-11cfb50d8a6c" providerId="ADAL" clId="{71B9E8AC-130A-9F44-BF57-B0BC456A27FF}" dt="2025-07-16T16:40:54.214" v="2694" actId="20577"/>
          <ac:spMkLst>
            <pc:docMk/>
            <pc:sldMk cId="3310632219" sldId="272"/>
            <ac:spMk id="26" creationId="{EA5449FC-9095-5798-8AA7-C7434E83EA29}"/>
          </ac:spMkLst>
        </pc:spChg>
        <pc:spChg chg="del">
          <ac:chgData name="Kim SAVAROCHE" userId="ad53b011-296a-44c4-b802-11cfb50d8a6c" providerId="ADAL" clId="{71B9E8AC-130A-9F44-BF57-B0BC456A27FF}" dt="2025-07-16T16:34:20.829" v="2455" actId="478"/>
          <ac:spMkLst>
            <pc:docMk/>
            <pc:sldMk cId="3310632219" sldId="272"/>
            <ac:spMk id="39" creationId="{7D73FFED-863B-C17E-59AD-406225D5F0FF}"/>
          </ac:spMkLst>
        </pc:spChg>
        <pc:spChg chg="del">
          <ac:chgData name="Kim SAVAROCHE" userId="ad53b011-296a-44c4-b802-11cfb50d8a6c" providerId="ADAL" clId="{71B9E8AC-130A-9F44-BF57-B0BC456A27FF}" dt="2025-07-16T16:34:20.829" v="2455" actId="478"/>
          <ac:spMkLst>
            <pc:docMk/>
            <pc:sldMk cId="3310632219" sldId="272"/>
            <ac:spMk id="41" creationId="{D4E07AB2-65AB-2E70-6977-D7AFFB7DDB82}"/>
          </ac:spMkLst>
        </pc:spChg>
        <pc:spChg chg="add mod">
          <ac:chgData name="Kim SAVAROCHE" userId="ad53b011-296a-44c4-b802-11cfb50d8a6c" providerId="ADAL" clId="{71B9E8AC-130A-9F44-BF57-B0BC456A27FF}" dt="2025-07-16T16:41:42.998" v="2733" actId="1076"/>
          <ac:spMkLst>
            <pc:docMk/>
            <pc:sldMk cId="3310632219" sldId="272"/>
            <ac:spMk id="43" creationId="{38BF5C91-1F15-59CD-4923-0049663FE37D}"/>
          </ac:spMkLst>
        </pc:spChg>
        <pc:spChg chg="del">
          <ac:chgData name="Kim SAVAROCHE" userId="ad53b011-296a-44c4-b802-11cfb50d8a6c" providerId="ADAL" clId="{71B9E8AC-130A-9F44-BF57-B0BC456A27FF}" dt="2025-07-16T16:34:23.360" v="2457" actId="478"/>
          <ac:spMkLst>
            <pc:docMk/>
            <pc:sldMk cId="3310632219" sldId="272"/>
            <ac:spMk id="46" creationId="{3F462245-1372-599F-0C9F-B3BFE29D6824}"/>
          </ac:spMkLst>
        </pc:spChg>
        <pc:spChg chg="del">
          <ac:chgData name="Kim SAVAROCHE" userId="ad53b011-296a-44c4-b802-11cfb50d8a6c" providerId="ADAL" clId="{71B9E8AC-130A-9F44-BF57-B0BC456A27FF}" dt="2025-07-16T16:34:22.450" v="2456" actId="478"/>
          <ac:spMkLst>
            <pc:docMk/>
            <pc:sldMk cId="3310632219" sldId="272"/>
            <ac:spMk id="47" creationId="{7A058362-4592-6EBA-6754-2A8D8438E69B}"/>
          </ac:spMkLst>
        </pc:spChg>
        <pc:spChg chg="add mod">
          <ac:chgData name="Kim SAVAROCHE" userId="ad53b011-296a-44c4-b802-11cfb50d8a6c" providerId="ADAL" clId="{71B9E8AC-130A-9F44-BF57-B0BC456A27FF}" dt="2025-07-16T16:43:37.515" v="2747" actId="1076"/>
          <ac:spMkLst>
            <pc:docMk/>
            <pc:sldMk cId="3310632219" sldId="272"/>
            <ac:spMk id="48" creationId="{71B85B69-105D-0F85-F84C-8BDC7CBFC014}"/>
          </ac:spMkLst>
        </pc:spChg>
        <pc:spChg chg="add mod">
          <ac:chgData name="Kim SAVAROCHE" userId="ad53b011-296a-44c4-b802-11cfb50d8a6c" providerId="ADAL" clId="{71B9E8AC-130A-9F44-BF57-B0BC456A27FF}" dt="2025-07-16T16:47:14.893" v="3118" actId="313"/>
          <ac:spMkLst>
            <pc:docMk/>
            <pc:sldMk cId="3310632219" sldId="272"/>
            <ac:spMk id="50" creationId="{BEC13AE2-9873-9AE1-3A4C-A36976147A73}"/>
          </ac:spMkLst>
        </pc:spChg>
        <pc:grpChg chg="add mod">
          <ac:chgData name="Kim SAVAROCHE" userId="ad53b011-296a-44c4-b802-11cfb50d8a6c" providerId="ADAL" clId="{71B9E8AC-130A-9F44-BF57-B0BC456A27FF}" dt="2025-07-16T16:36:24.419" v="2483" actId="1076"/>
          <ac:grpSpMkLst>
            <pc:docMk/>
            <pc:sldMk cId="3310632219" sldId="272"/>
            <ac:grpSpMk id="3" creationId="{24C699B5-44FD-38BB-E9F8-AA72BAABCC83}"/>
          </ac:grpSpMkLst>
        </pc:grpChg>
        <pc:grpChg chg="del">
          <ac:chgData name="Kim SAVAROCHE" userId="ad53b011-296a-44c4-b802-11cfb50d8a6c" providerId="ADAL" clId="{71B9E8AC-130A-9F44-BF57-B0BC456A27FF}" dt="2025-07-16T16:34:50.133" v="2462" actId="478"/>
          <ac:grpSpMkLst>
            <pc:docMk/>
            <pc:sldMk cId="3310632219" sldId="272"/>
            <ac:grpSpMk id="14" creationId="{AEF2728C-BB62-ED29-8A7C-B609F8484BD2}"/>
          </ac:grpSpMkLst>
        </pc:grpChg>
        <pc:grpChg chg="del">
          <ac:chgData name="Kim SAVAROCHE" userId="ad53b011-296a-44c4-b802-11cfb50d8a6c" providerId="ADAL" clId="{71B9E8AC-130A-9F44-BF57-B0BC456A27FF}" dt="2025-07-16T16:34:25.795" v="2458" actId="478"/>
          <ac:grpSpMkLst>
            <pc:docMk/>
            <pc:sldMk cId="3310632219" sldId="272"/>
            <ac:grpSpMk id="34" creationId="{5DCBBB61-D343-62DB-458E-6798AB14B366}"/>
          </ac:grpSpMkLst>
        </pc:grpChg>
        <pc:grpChg chg="add">
          <ac:chgData name="Kim SAVAROCHE" userId="ad53b011-296a-44c4-b802-11cfb50d8a6c" providerId="ADAL" clId="{71B9E8AC-130A-9F44-BF57-B0BC456A27FF}" dt="2025-07-16T16:43:12.984" v="2744" actId="164"/>
          <ac:grpSpMkLst>
            <pc:docMk/>
            <pc:sldMk cId="3310632219" sldId="272"/>
            <ac:grpSpMk id="45" creationId="{CAA8361D-006C-8345-168A-B538330A867D}"/>
          </ac:grpSpMkLst>
        </pc:grpChg>
        <pc:graphicFrameChg chg="del">
          <ac:chgData name="Kim SAVAROCHE" userId="ad53b011-296a-44c4-b802-11cfb50d8a6c" providerId="ADAL" clId="{71B9E8AC-130A-9F44-BF57-B0BC456A27FF}" dt="2025-07-16T16:34:18.300" v="2454" actId="478"/>
          <ac:graphicFrameMkLst>
            <pc:docMk/>
            <pc:sldMk cId="3310632219" sldId="272"/>
            <ac:graphicFrameMk id="49" creationId="{E9AB6598-6F51-0CF6-4159-F5AF50FFB6E2}"/>
          </ac:graphicFrameMkLst>
        </pc:graphicFrameChg>
        <pc:picChg chg="add mod">
          <ac:chgData name="Kim SAVAROCHE" userId="ad53b011-296a-44c4-b802-11cfb50d8a6c" providerId="ADAL" clId="{71B9E8AC-130A-9F44-BF57-B0BC456A27FF}" dt="2025-07-16T16:35:52.201" v="2467" actId="1076"/>
          <ac:picMkLst>
            <pc:docMk/>
            <pc:sldMk cId="3310632219" sldId="272"/>
            <ac:picMk id="2" creationId="{0964E3EC-C4F7-422F-B2F2-AA2231F87BC0}"/>
          </ac:picMkLst>
        </pc:picChg>
        <pc:picChg chg="del topLvl">
          <ac:chgData name="Kim SAVAROCHE" userId="ad53b011-296a-44c4-b802-11cfb50d8a6c" providerId="ADAL" clId="{71B9E8AC-130A-9F44-BF57-B0BC456A27FF}" dt="2025-07-16T16:34:50.133" v="2462" actId="478"/>
          <ac:picMkLst>
            <pc:docMk/>
            <pc:sldMk cId="3310632219" sldId="272"/>
            <ac:picMk id="4" creationId="{83302B63-CFA9-19ED-6EF1-1097C22B07A9}"/>
          </ac:picMkLst>
        </pc:picChg>
        <pc:picChg chg="mod topLvl">
          <ac:chgData name="Kim SAVAROCHE" userId="ad53b011-296a-44c4-b802-11cfb50d8a6c" providerId="ADAL" clId="{71B9E8AC-130A-9F44-BF57-B0BC456A27FF}" dt="2025-07-16T16:36:07.704" v="2481" actId="1038"/>
          <ac:picMkLst>
            <pc:docMk/>
            <pc:sldMk cId="3310632219" sldId="272"/>
            <ac:picMk id="8" creationId="{C345EB9C-2F29-DA5F-789A-1DAC91FF2057}"/>
          </ac:picMkLst>
        </pc:picChg>
        <pc:picChg chg="del">
          <ac:chgData name="Kim SAVAROCHE" userId="ad53b011-296a-44c4-b802-11cfb50d8a6c" providerId="ADAL" clId="{71B9E8AC-130A-9F44-BF57-B0BC456A27FF}" dt="2025-07-16T16:34:31.214" v="2460" actId="478"/>
          <ac:picMkLst>
            <pc:docMk/>
            <pc:sldMk cId="3310632219" sldId="272"/>
            <ac:picMk id="16" creationId="{EFB65E34-DCD8-75A5-2D28-23937E282825}"/>
          </ac:picMkLst>
        </pc:picChg>
        <pc:picChg chg="add mod">
          <ac:chgData name="Kim SAVAROCHE" userId="ad53b011-296a-44c4-b802-11cfb50d8a6c" providerId="ADAL" clId="{71B9E8AC-130A-9F44-BF57-B0BC456A27FF}" dt="2025-07-16T16:43:06.413" v="2743" actId="1076"/>
          <ac:picMkLst>
            <pc:docMk/>
            <pc:sldMk cId="3310632219" sldId="272"/>
            <ac:picMk id="44" creationId="{8F20372B-3250-6982-ADB9-CEB5088ECC75}"/>
          </ac:picMkLst>
        </pc:picChg>
        <pc:cxnChg chg="add mod">
          <ac:chgData name="Kim SAVAROCHE" userId="ad53b011-296a-44c4-b802-11cfb50d8a6c" providerId="ADAL" clId="{71B9E8AC-130A-9F44-BF57-B0BC456A27FF}" dt="2025-07-16T16:38:33.178" v="2494" actId="20577"/>
          <ac:cxnSpMkLst>
            <pc:docMk/>
            <pc:sldMk cId="3310632219" sldId="272"/>
            <ac:cxnSpMk id="5" creationId="{D5EF296B-35A7-9004-33E6-C3CF7DD843FD}"/>
          </ac:cxnSpMkLst>
        </pc:cxnChg>
        <pc:cxnChg chg="add mod">
          <ac:chgData name="Kim SAVAROCHE" userId="ad53b011-296a-44c4-b802-11cfb50d8a6c" providerId="ADAL" clId="{71B9E8AC-130A-9F44-BF57-B0BC456A27FF}" dt="2025-07-16T16:39:48.982" v="2577" actId="1076"/>
          <ac:cxnSpMkLst>
            <pc:docMk/>
            <pc:sldMk cId="3310632219" sldId="272"/>
            <ac:cxnSpMk id="15" creationId="{6ED6FF21-4B15-1A19-CBD4-2287F045A4DC}"/>
          </ac:cxnSpMkLst>
        </pc:cxnChg>
        <pc:cxnChg chg="del mod">
          <ac:chgData name="Kim SAVAROCHE" userId="ad53b011-296a-44c4-b802-11cfb50d8a6c" providerId="ADAL" clId="{71B9E8AC-130A-9F44-BF57-B0BC456A27FF}" dt="2025-07-16T16:34:34.225" v="2461" actId="478"/>
          <ac:cxnSpMkLst>
            <pc:docMk/>
            <pc:sldMk cId="3310632219" sldId="272"/>
            <ac:cxnSpMk id="18" creationId="{69BCA41C-2DC5-B060-63D8-1E6CA0375CA6}"/>
          </ac:cxnSpMkLst>
        </pc:cxnChg>
        <pc:cxnChg chg="del mod">
          <ac:chgData name="Kim SAVAROCHE" userId="ad53b011-296a-44c4-b802-11cfb50d8a6c" providerId="ADAL" clId="{71B9E8AC-130A-9F44-BF57-B0BC456A27FF}" dt="2025-07-16T16:34:34.225" v="2461" actId="478"/>
          <ac:cxnSpMkLst>
            <pc:docMk/>
            <pc:sldMk cId="3310632219" sldId="272"/>
            <ac:cxnSpMk id="24" creationId="{8F7E8500-CF21-7909-AD2D-EC0300056ED8}"/>
          </ac:cxnSpMkLst>
        </pc:cxnChg>
        <pc:cxnChg chg="add mod">
          <ac:chgData name="Kim SAVAROCHE" userId="ad53b011-296a-44c4-b802-11cfb50d8a6c" providerId="ADAL" clId="{71B9E8AC-130A-9F44-BF57-B0BC456A27FF}" dt="2025-07-16T16:40:26.215" v="2624" actId="1076"/>
          <ac:cxnSpMkLst>
            <pc:docMk/>
            <pc:sldMk cId="3310632219" sldId="272"/>
            <ac:cxnSpMk id="27" creationId="{BE89D249-721B-C468-9163-9CCF97055047}"/>
          </ac:cxnSpMkLst>
        </pc:cxnChg>
        <pc:cxnChg chg="del">
          <ac:chgData name="Kim SAVAROCHE" userId="ad53b011-296a-44c4-b802-11cfb50d8a6c" providerId="ADAL" clId="{71B9E8AC-130A-9F44-BF57-B0BC456A27FF}" dt="2025-07-16T16:34:27.925" v="2459" actId="478"/>
          <ac:cxnSpMkLst>
            <pc:docMk/>
            <pc:sldMk cId="3310632219" sldId="272"/>
            <ac:cxnSpMk id="35" creationId="{9DBFFB84-80CA-813B-8122-3BDDD529E06C}"/>
          </ac:cxnSpMkLst>
        </pc:cxnChg>
        <pc:cxnChg chg="add mod">
          <ac:chgData name="Kim SAVAROCHE" userId="ad53b011-296a-44c4-b802-11cfb50d8a6c" providerId="ADAL" clId="{71B9E8AC-130A-9F44-BF57-B0BC456A27FF}" dt="2025-07-16T16:41:15.632" v="2698" actId="14100"/>
          <ac:cxnSpMkLst>
            <pc:docMk/>
            <pc:sldMk cId="3310632219" sldId="272"/>
            <ac:cxnSpMk id="36" creationId="{C16F5CDA-BD10-E929-4961-8574BD3660D5}"/>
          </ac:cxnSpMkLst>
        </pc:cxnChg>
        <pc:cxnChg chg="del">
          <ac:chgData name="Kim SAVAROCHE" userId="ad53b011-296a-44c4-b802-11cfb50d8a6c" providerId="ADAL" clId="{71B9E8AC-130A-9F44-BF57-B0BC456A27FF}" dt="2025-07-16T16:34:27.925" v="2459" actId="478"/>
          <ac:cxnSpMkLst>
            <pc:docMk/>
            <pc:sldMk cId="3310632219" sldId="272"/>
            <ac:cxnSpMk id="40" creationId="{7E042F5B-CB59-D762-2979-A7DEB3B09867}"/>
          </ac:cxnSpMkLst>
        </pc:cxnChg>
      </pc:sldChg>
      <pc:sldChg chg="addSp delSp modSp add mod delAnim modAnim">
        <pc:chgData name="Kim SAVAROCHE" userId="ad53b011-296a-44c4-b802-11cfb50d8a6c" providerId="ADAL" clId="{71B9E8AC-130A-9F44-BF57-B0BC456A27FF}" dt="2025-07-16T17:10:34.532" v="3825" actId="1076"/>
        <pc:sldMkLst>
          <pc:docMk/>
          <pc:sldMk cId="1932056713" sldId="273"/>
        </pc:sldMkLst>
        <pc:spChg chg="add mod">
          <ac:chgData name="Kim SAVAROCHE" userId="ad53b011-296a-44c4-b802-11cfb50d8a6c" providerId="ADAL" clId="{71B9E8AC-130A-9F44-BF57-B0BC456A27FF}" dt="2025-07-16T17:10:30.138" v="3824" actId="20577"/>
          <ac:spMkLst>
            <pc:docMk/>
            <pc:sldMk cId="1932056713" sldId="273"/>
            <ac:spMk id="4" creationId="{D8FE4D43-3973-DD36-37B2-86B581AFB644}"/>
          </ac:spMkLst>
        </pc:spChg>
        <pc:spChg chg="del">
          <ac:chgData name="Kim SAVAROCHE" userId="ad53b011-296a-44c4-b802-11cfb50d8a6c" providerId="ADAL" clId="{71B9E8AC-130A-9F44-BF57-B0BC456A27FF}" dt="2025-07-16T16:47:55.864" v="3163" actId="478"/>
          <ac:spMkLst>
            <pc:docMk/>
            <pc:sldMk cId="1932056713" sldId="273"/>
            <ac:spMk id="6" creationId="{B2607A06-D850-0BA3-D596-7E04DDFC5101}"/>
          </ac:spMkLst>
        </pc:spChg>
        <pc:spChg chg="del">
          <ac:chgData name="Kim SAVAROCHE" userId="ad53b011-296a-44c4-b802-11cfb50d8a6c" providerId="ADAL" clId="{71B9E8AC-130A-9F44-BF57-B0BC456A27FF}" dt="2025-07-16T16:47:59.702" v="3167" actId="478"/>
          <ac:spMkLst>
            <pc:docMk/>
            <pc:sldMk cId="1932056713" sldId="273"/>
            <ac:spMk id="7" creationId="{FED62184-E648-1F2B-CF26-0BE6393567AD}"/>
          </ac:spMkLst>
        </pc:spChg>
        <pc:spChg chg="add mod">
          <ac:chgData name="Kim SAVAROCHE" userId="ad53b011-296a-44c4-b802-11cfb50d8a6c" providerId="ADAL" clId="{71B9E8AC-130A-9F44-BF57-B0BC456A27FF}" dt="2025-07-16T17:10:34.532" v="3825" actId="1076"/>
          <ac:spMkLst>
            <pc:docMk/>
            <pc:sldMk cId="1932056713" sldId="273"/>
            <ac:spMk id="9" creationId="{04254EBA-F6F6-21E8-38F8-1A2F3D26AC96}"/>
          </ac:spMkLst>
        </pc:spChg>
        <pc:spChg chg="mod">
          <ac:chgData name="Kim SAVAROCHE" userId="ad53b011-296a-44c4-b802-11cfb50d8a6c" providerId="ADAL" clId="{71B9E8AC-130A-9F44-BF57-B0BC456A27FF}" dt="2025-07-16T16:47:53.569" v="3162" actId="20577"/>
          <ac:spMkLst>
            <pc:docMk/>
            <pc:sldMk cId="1932056713" sldId="273"/>
            <ac:spMk id="10" creationId="{1D315766-FE9C-78B4-2E23-CD7A8596F383}"/>
          </ac:spMkLst>
        </pc:spChg>
        <pc:picChg chg="add mod">
          <ac:chgData name="Kim SAVAROCHE" userId="ad53b011-296a-44c4-b802-11cfb50d8a6c" providerId="ADAL" clId="{71B9E8AC-130A-9F44-BF57-B0BC456A27FF}" dt="2025-07-16T16:48:23.833" v="3173" actId="1076"/>
          <ac:picMkLst>
            <pc:docMk/>
            <pc:sldMk cId="1932056713" sldId="273"/>
            <ac:picMk id="2" creationId="{CEB8490E-6FA1-B32C-3919-248BC7B8A8BF}"/>
          </ac:picMkLst>
        </pc:picChg>
        <pc:picChg chg="del">
          <ac:chgData name="Kim SAVAROCHE" userId="ad53b011-296a-44c4-b802-11cfb50d8a6c" providerId="ADAL" clId="{71B9E8AC-130A-9F44-BF57-B0BC456A27FF}" dt="2025-07-16T16:47:57.426" v="3165" actId="478"/>
          <ac:picMkLst>
            <pc:docMk/>
            <pc:sldMk cId="1932056713" sldId="273"/>
            <ac:picMk id="3" creationId="{29FEE028-C31A-5467-10C4-7E212F6844FF}"/>
          </ac:picMkLst>
        </pc:picChg>
        <pc:picChg chg="del">
          <ac:chgData name="Kim SAVAROCHE" userId="ad53b011-296a-44c4-b802-11cfb50d8a6c" providerId="ADAL" clId="{71B9E8AC-130A-9F44-BF57-B0BC456A27FF}" dt="2025-07-16T16:47:58.295" v="3166" actId="478"/>
          <ac:picMkLst>
            <pc:docMk/>
            <pc:sldMk cId="1932056713" sldId="273"/>
            <ac:picMk id="5" creationId="{06332C07-56BD-80B4-CD53-DECF94CF5840}"/>
          </ac:picMkLst>
        </pc:picChg>
        <pc:picChg chg="add mod">
          <ac:chgData name="Kim SAVAROCHE" userId="ad53b011-296a-44c4-b802-11cfb50d8a6c" providerId="ADAL" clId="{71B9E8AC-130A-9F44-BF57-B0BC456A27FF}" dt="2025-07-16T17:10:34.532" v="3825" actId="1076"/>
          <ac:picMkLst>
            <pc:docMk/>
            <pc:sldMk cId="1932056713" sldId="273"/>
            <ac:picMk id="8" creationId="{9D25B49A-3D7D-9025-04B1-FB2B552E631C}"/>
          </ac:picMkLst>
        </pc:picChg>
        <pc:picChg chg="del">
          <ac:chgData name="Kim SAVAROCHE" userId="ad53b011-296a-44c4-b802-11cfb50d8a6c" providerId="ADAL" clId="{71B9E8AC-130A-9F44-BF57-B0BC456A27FF}" dt="2025-07-16T16:47:56.621" v="3164" actId="478"/>
          <ac:picMkLst>
            <pc:docMk/>
            <pc:sldMk cId="1932056713" sldId="273"/>
            <ac:picMk id="11" creationId="{DE3554EE-CAFF-B5CE-95DB-D00CA81FC41B}"/>
          </ac:picMkLst>
        </pc:picChg>
        <pc:picChg chg="del">
          <ac:chgData name="Kim SAVAROCHE" userId="ad53b011-296a-44c4-b802-11cfb50d8a6c" providerId="ADAL" clId="{71B9E8AC-130A-9F44-BF57-B0BC456A27FF}" dt="2025-07-16T16:47:59.702" v="3167" actId="478"/>
          <ac:picMkLst>
            <pc:docMk/>
            <pc:sldMk cId="1932056713" sldId="273"/>
            <ac:picMk id="13" creationId="{1A6FFB5A-7144-07EE-B42A-CA12A7DE4EDB}"/>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6615755-6D17-49C8-B0CC-294213F94FE7}" type="doc">
      <dgm:prSet loTypeId="urn:microsoft.com/office/officeart/2005/8/layout/lProcess2" loCatId="list" qsTypeId="urn:microsoft.com/office/officeart/2005/8/quickstyle/simple1" qsCatId="simple" csTypeId="urn:microsoft.com/office/officeart/2005/8/colors/accent1_2" csCatId="accent1" phldr="1"/>
      <dgm:spPr/>
      <dgm:t>
        <a:bodyPr/>
        <a:lstStyle/>
        <a:p>
          <a:endParaRPr lang="en-GB"/>
        </a:p>
      </dgm:t>
    </dgm:pt>
    <dgm:pt modelId="{5F2AD917-4C2F-4CC8-BE6B-47CF4488FC07}">
      <dgm:prSet phldrT="[Texte]">
        <dgm:style>
          <a:lnRef idx="2">
            <a:schemeClr val="dk1"/>
          </a:lnRef>
          <a:fillRef idx="1">
            <a:schemeClr val="lt1"/>
          </a:fillRef>
          <a:effectRef idx="0">
            <a:schemeClr val="dk1"/>
          </a:effectRef>
          <a:fontRef idx="minor">
            <a:schemeClr val="dk1"/>
          </a:fontRef>
        </dgm:style>
      </dgm:prSet>
      <dgm:spPr/>
      <dgm:t>
        <a:bodyPr/>
        <a:lstStyle/>
        <a:p>
          <a:r>
            <a:rPr lang="fr-FR" noProof="0" dirty="0"/>
            <a:t>Créer des échantillons de tests réalistes</a:t>
          </a:r>
        </a:p>
      </dgm:t>
    </dgm:pt>
    <dgm:pt modelId="{07315CB4-487B-48C4-9C9C-B75A4386B8FD}" type="parTrans" cxnId="{EDF0F1B5-9F57-40FB-9401-F8A7FC359E6D}">
      <dgm:prSet/>
      <dgm:spPr/>
      <dgm:t>
        <a:bodyPr/>
        <a:lstStyle/>
        <a:p>
          <a:endParaRPr lang="fr-FR" noProof="0" dirty="0"/>
        </a:p>
      </dgm:t>
    </dgm:pt>
    <dgm:pt modelId="{9DAF3676-1292-477F-A901-94E542B33CB1}" type="sibTrans" cxnId="{EDF0F1B5-9F57-40FB-9401-F8A7FC359E6D}">
      <dgm:prSet/>
      <dgm:spPr/>
      <dgm:t>
        <a:bodyPr/>
        <a:lstStyle/>
        <a:p>
          <a:endParaRPr lang="fr-FR" noProof="0" dirty="0"/>
        </a:p>
      </dgm:t>
    </dgm:pt>
    <dgm:pt modelId="{5DB4FC6D-E7FF-4402-85A3-23C935A4331C}">
      <dgm:prSet phldrT="[Texte]"/>
      <dgm:spPr>
        <a:solidFill>
          <a:srgbClr val="0000FF"/>
        </a:solidFill>
      </dgm:spPr>
      <dgm:t>
        <a:bodyPr/>
        <a:lstStyle/>
        <a:p>
          <a:pPr algn="l">
            <a:buFont typeface="Arial" panose="020B0604020202020204" pitchFamily="34" charset="0"/>
            <a:buChar char="•"/>
          </a:pPr>
          <a:r>
            <a:rPr lang="fr-FR" noProof="0" dirty="0"/>
            <a:t>Définir un fichier/format d’import que les utilisateurs imprimeront</a:t>
          </a:r>
        </a:p>
        <a:p>
          <a:pPr algn="l">
            <a:buFont typeface="Arial" panose="020B0604020202020204" pitchFamily="34" charset="0"/>
            <a:buChar char="•"/>
          </a:pPr>
          <a:endParaRPr lang="fr-FR" noProof="0" dirty="0"/>
        </a:p>
        <a:p>
          <a:pPr algn="l">
            <a:buFont typeface="Arial" panose="020B0604020202020204" pitchFamily="34" charset="0"/>
            <a:buChar char="•"/>
          </a:pPr>
          <a:r>
            <a:rPr lang="fr-FR" noProof="0" dirty="0"/>
            <a:t>Remplir ce fichier avec des écritures plus ou moins difficiles</a:t>
          </a:r>
        </a:p>
        <a:p>
          <a:pPr algn="l">
            <a:buFont typeface="Arial" panose="020B0604020202020204" pitchFamily="34" charset="0"/>
            <a:buChar char="•"/>
          </a:pPr>
          <a:endParaRPr lang="fr-FR" noProof="0" dirty="0"/>
        </a:p>
        <a:p>
          <a:pPr algn="l">
            <a:buFont typeface="Arial" panose="020B0604020202020204" pitchFamily="34" charset="0"/>
            <a:buChar char="•"/>
          </a:pPr>
          <a:r>
            <a:rPr lang="fr-FR" noProof="0" dirty="0"/>
            <a:t>Scanner les échantillons  en variant la qualité</a:t>
          </a:r>
        </a:p>
      </dgm:t>
    </dgm:pt>
    <dgm:pt modelId="{B4B3219F-2825-44A4-B6C8-B8E2D97CD771}" type="parTrans" cxnId="{CEFDE2AB-324E-400A-8767-57E2438F7EA6}">
      <dgm:prSet/>
      <dgm:spPr/>
      <dgm:t>
        <a:bodyPr/>
        <a:lstStyle/>
        <a:p>
          <a:endParaRPr lang="fr-FR" noProof="0" dirty="0"/>
        </a:p>
      </dgm:t>
    </dgm:pt>
    <dgm:pt modelId="{1B2FE59F-63AA-4CF9-85F2-93ED48ED23B0}" type="sibTrans" cxnId="{CEFDE2AB-324E-400A-8767-57E2438F7EA6}">
      <dgm:prSet/>
      <dgm:spPr/>
      <dgm:t>
        <a:bodyPr/>
        <a:lstStyle/>
        <a:p>
          <a:endParaRPr lang="fr-FR" noProof="0" dirty="0"/>
        </a:p>
      </dgm:t>
    </dgm:pt>
    <dgm:pt modelId="{A37E8560-FE1B-46CD-A52A-AC46BD53726B}">
      <dgm:prSet phldrT="[Texte]"/>
      <dgm:spPr>
        <a:solidFill>
          <a:schemeClr val="accent2"/>
        </a:solidFill>
      </dgm:spPr>
      <dgm:t>
        <a:bodyPr/>
        <a:lstStyle/>
        <a:p>
          <a:pPr algn="l">
            <a:buFont typeface="Arial" panose="020B0604020202020204" pitchFamily="34" charset="0"/>
            <a:buChar char="•"/>
          </a:pPr>
          <a:r>
            <a:rPr lang="fr-FR" noProof="0" dirty="0"/>
            <a:t>Définir un format d’import que les utilisateurs diront (« créer … »)</a:t>
          </a:r>
        </a:p>
        <a:p>
          <a:pPr algn="l">
            <a:buFont typeface="Arial" panose="020B0604020202020204" pitchFamily="34" charset="0"/>
            <a:buChar char="•"/>
          </a:pPr>
          <a:endParaRPr lang="fr-FR" noProof="0" dirty="0"/>
        </a:p>
        <a:p>
          <a:pPr algn="l">
            <a:buFont typeface="Arial" panose="020B0604020202020204" pitchFamily="34" charset="0"/>
            <a:buChar char="•"/>
          </a:pPr>
          <a:r>
            <a:rPr lang="fr-FR" noProof="0" dirty="0"/>
            <a:t>Enregistrer des échantillons en variant le rythme et la qualité de la diction</a:t>
          </a:r>
        </a:p>
      </dgm:t>
    </dgm:pt>
    <dgm:pt modelId="{2D913621-EE0A-4742-819A-605BEB506989}" type="parTrans" cxnId="{AA051290-FF21-4785-BF3C-698FC3BE9FD4}">
      <dgm:prSet/>
      <dgm:spPr/>
      <dgm:t>
        <a:bodyPr/>
        <a:lstStyle/>
        <a:p>
          <a:endParaRPr lang="fr-FR" noProof="0" dirty="0"/>
        </a:p>
      </dgm:t>
    </dgm:pt>
    <dgm:pt modelId="{74846F32-08C1-4389-8969-B5533F6B84C1}" type="sibTrans" cxnId="{AA051290-FF21-4785-BF3C-698FC3BE9FD4}">
      <dgm:prSet/>
      <dgm:spPr/>
      <dgm:t>
        <a:bodyPr/>
        <a:lstStyle/>
        <a:p>
          <a:endParaRPr lang="fr-FR" noProof="0" dirty="0"/>
        </a:p>
      </dgm:t>
    </dgm:pt>
    <dgm:pt modelId="{BA20DCB9-E67F-4FAA-8848-2EE6797ED523}">
      <dgm:prSet phldrT="[Texte]">
        <dgm:style>
          <a:lnRef idx="2">
            <a:schemeClr val="dk1"/>
          </a:lnRef>
          <a:fillRef idx="1">
            <a:schemeClr val="lt1"/>
          </a:fillRef>
          <a:effectRef idx="0">
            <a:schemeClr val="dk1"/>
          </a:effectRef>
          <a:fontRef idx="minor">
            <a:schemeClr val="dk1"/>
          </a:fontRef>
        </dgm:style>
      </dgm:prSet>
      <dgm:spPr/>
      <dgm:t>
        <a:bodyPr/>
        <a:lstStyle/>
        <a:p>
          <a:r>
            <a:rPr lang="fr-FR" noProof="0" dirty="0"/>
            <a:t>Tester les outils existants et les comparer</a:t>
          </a:r>
        </a:p>
      </dgm:t>
    </dgm:pt>
    <dgm:pt modelId="{D3714B05-9E97-4300-A3FE-91D3C444B973}" type="parTrans" cxnId="{C663194C-732E-4CBB-9B76-B7FC81A381DE}">
      <dgm:prSet/>
      <dgm:spPr/>
      <dgm:t>
        <a:bodyPr/>
        <a:lstStyle/>
        <a:p>
          <a:endParaRPr lang="fr-FR" noProof="0" dirty="0"/>
        </a:p>
      </dgm:t>
    </dgm:pt>
    <dgm:pt modelId="{D270371E-C66A-4593-8AAC-37A32E3EB3B3}" type="sibTrans" cxnId="{C663194C-732E-4CBB-9B76-B7FC81A381DE}">
      <dgm:prSet/>
      <dgm:spPr/>
      <dgm:t>
        <a:bodyPr/>
        <a:lstStyle/>
        <a:p>
          <a:endParaRPr lang="fr-FR" noProof="0" dirty="0"/>
        </a:p>
      </dgm:t>
    </dgm:pt>
    <dgm:pt modelId="{3DDC9754-46C9-4B05-8904-DC87D3E49FDD}">
      <dgm:prSet phldrT="[Texte]"/>
      <dgm:spPr>
        <a:solidFill>
          <a:srgbClr val="0000FF"/>
        </a:solidFill>
      </dgm:spPr>
      <dgm:t>
        <a:bodyPr/>
        <a:lstStyle/>
        <a:p>
          <a:pPr algn="l"/>
          <a:r>
            <a:rPr lang="fr-FR" noProof="0" dirty="0"/>
            <a:t>Import d’image (jpg, png ou base 64)</a:t>
          </a:r>
        </a:p>
        <a:p>
          <a:pPr algn="l"/>
          <a:endParaRPr lang="fr-FR" noProof="0" dirty="0"/>
        </a:p>
        <a:p>
          <a:pPr algn="l"/>
          <a:r>
            <a:rPr lang="fr-FR" noProof="0" dirty="0"/>
            <a:t>Traitement de l’image : définition des zones ou recherche dynamique (si le temps)</a:t>
          </a:r>
        </a:p>
        <a:p>
          <a:pPr algn="l"/>
          <a:endParaRPr lang="fr-FR" noProof="0" dirty="0"/>
        </a:p>
        <a:p>
          <a:pPr algn="l"/>
          <a:r>
            <a:rPr lang="fr-FR" noProof="0" dirty="0"/>
            <a:t>Format de l’output : </a:t>
          </a:r>
          <a:r>
            <a:rPr lang="fr-FR" noProof="0" dirty="0" err="1"/>
            <a:t>json</a:t>
          </a:r>
          <a:endParaRPr lang="fr-FR" noProof="0" dirty="0"/>
        </a:p>
      </dgm:t>
    </dgm:pt>
    <dgm:pt modelId="{6025D49E-9E39-4B17-BD37-696F07DF98BC}" type="parTrans" cxnId="{876FC9B5-B854-4BAB-8D57-D497B2B5B646}">
      <dgm:prSet/>
      <dgm:spPr/>
      <dgm:t>
        <a:bodyPr/>
        <a:lstStyle/>
        <a:p>
          <a:endParaRPr lang="fr-FR" noProof="0" dirty="0"/>
        </a:p>
      </dgm:t>
    </dgm:pt>
    <dgm:pt modelId="{AD93D021-347F-4DC5-9995-E7F97DC04B7A}" type="sibTrans" cxnId="{876FC9B5-B854-4BAB-8D57-D497B2B5B646}">
      <dgm:prSet/>
      <dgm:spPr/>
      <dgm:t>
        <a:bodyPr/>
        <a:lstStyle/>
        <a:p>
          <a:endParaRPr lang="fr-FR" noProof="0" dirty="0"/>
        </a:p>
      </dgm:t>
    </dgm:pt>
    <dgm:pt modelId="{F2A33E9F-7D6F-4222-B386-374F0B58AEC7}">
      <dgm:prSet phldrT="[Texte]"/>
      <dgm:spPr>
        <a:solidFill>
          <a:schemeClr val="accent2"/>
        </a:solidFill>
      </dgm:spPr>
      <dgm:t>
        <a:bodyPr/>
        <a:lstStyle/>
        <a:p>
          <a:pPr algn="l"/>
          <a:r>
            <a:rPr lang="fr-FR" noProof="0" dirty="0"/>
            <a:t>Import de la piste son</a:t>
          </a:r>
        </a:p>
        <a:p>
          <a:pPr algn="l"/>
          <a:endParaRPr lang="fr-FR" noProof="0" dirty="0"/>
        </a:p>
        <a:p>
          <a:pPr algn="l"/>
          <a:r>
            <a:rPr lang="fr-FR" noProof="0" dirty="0"/>
            <a:t>Traitement de la piste son et nettoyage des possibles de bruits parasites (si le temps)</a:t>
          </a:r>
        </a:p>
        <a:p>
          <a:pPr algn="l"/>
          <a:endParaRPr lang="fr-FR" noProof="0" dirty="0"/>
        </a:p>
        <a:p>
          <a:pPr algn="l"/>
          <a:r>
            <a:rPr lang="fr-FR" noProof="0" dirty="0"/>
            <a:t>Format de l’output : </a:t>
          </a:r>
          <a:r>
            <a:rPr lang="fr-FR" noProof="0" dirty="0" err="1"/>
            <a:t>json</a:t>
          </a:r>
          <a:endParaRPr lang="fr-FR" noProof="0" dirty="0"/>
        </a:p>
      </dgm:t>
    </dgm:pt>
    <dgm:pt modelId="{15B884A6-4429-4104-841E-43F80CE9A042}" type="parTrans" cxnId="{4996E8D1-A965-465B-A348-33F674B48000}">
      <dgm:prSet/>
      <dgm:spPr/>
      <dgm:t>
        <a:bodyPr/>
        <a:lstStyle/>
        <a:p>
          <a:endParaRPr lang="fr-FR" noProof="0" dirty="0"/>
        </a:p>
      </dgm:t>
    </dgm:pt>
    <dgm:pt modelId="{21F9995E-6F7D-4907-8A00-6AE1CD8C0902}" type="sibTrans" cxnId="{4996E8D1-A965-465B-A348-33F674B48000}">
      <dgm:prSet/>
      <dgm:spPr/>
      <dgm:t>
        <a:bodyPr/>
        <a:lstStyle/>
        <a:p>
          <a:endParaRPr lang="fr-FR" noProof="0" dirty="0"/>
        </a:p>
      </dgm:t>
    </dgm:pt>
    <dgm:pt modelId="{7C1FC2FD-5210-4707-936F-DE34D586A254}">
      <dgm:prSet phldrT="[Texte]">
        <dgm:style>
          <a:lnRef idx="2">
            <a:schemeClr val="dk1"/>
          </a:lnRef>
          <a:fillRef idx="1">
            <a:schemeClr val="lt1"/>
          </a:fillRef>
          <a:effectRef idx="0">
            <a:schemeClr val="dk1"/>
          </a:effectRef>
          <a:fontRef idx="minor">
            <a:schemeClr val="dk1"/>
          </a:fontRef>
        </dgm:style>
      </dgm:prSet>
      <dgm:spPr/>
      <dgm:t>
        <a:bodyPr/>
        <a:lstStyle/>
        <a:p>
          <a:r>
            <a:rPr lang="fr-FR" noProof="0" dirty="0"/>
            <a:t>Implémentation et liaison avec l’application smartphone</a:t>
          </a:r>
        </a:p>
        <a:p>
          <a:r>
            <a:rPr lang="fr-FR" noProof="0" dirty="0"/>
            <a:t>Environnement local</a:t>
          </a:r>
        </a:p>
        <a:p>
          <a:r>
            <a:rPr lang="fr-FR" noProof="0" dirty="0"/>
            <a:t>Demande de droits d’utiliser caméra et micro</a:t>
          </a:r>
        </a:p>
      </dgm:t>
    </dgm:pt>
    <dgm:pt modelId="{85E66009-92CE-4B15-9BF4-3B6D811114DA}" type="parTrans" cxnId="{2C21AF97-0402-486A-8009-D9259B5F1536}">
      <dgm:prSet/>
      <dgm:spPr/>
      <dgm:t>
        <a:bodyPr/>
        <a:lstStyle/>
        <a:p>
          <a:endParaRPr lang="fr-FR" noProof="0" dirty="0"/>
        </a:p>
      </dgm:t>
    </dgm:pt>
    <dgm:pt modelId="{0B844FA0-27E0-4306-86B4-00DA55EF1FAC}" type="sibTrans" cxnId="{2C21AF97-0402-486A-8009-D9259B5F1536}">
      <dgm:prSet/>
      <dgm:spPr/>
      <dgm:t>
        <a:bodyPr/>
        <a:lstStyle/>
        <a:p>
          <a:endParaRPr lang="fr-FR" noProof="0" dirty="0"/>
        </a:p>
      </dgm:t>
    </dgm:pt>
    <dgm:pt modelId="{F6BF4906-9DA1-4167-B5ED-ACA001E89CEE}">
      <dgm:prSet phldrT="[Texte]"/>
      <dgm:spPr>
        <a:solidFill>
          <a:srgbClr val="0000FF"/>
        </a:solidFill>
      </dgm:spPr>
      <dgm:t>
        <a:bodyPr/>
        <a:lstStyle/>
        <a:p>
          <a:pPr algn="l"/>
          <a:r>
            <a:rPr lang="fr-FR" noProof="0" dirty="0"/>
            <a:t>Bouton de récupération du fichier/format</a:t>
          </a:r>
        </a:p>
        <a:p>
          <a:pPr algn="l"/>
          <a:endParaRPr lang="fr-FR" noProof="0" dirty="0"/>
        </a:p>
        <a:p>
          <a:pPr algn="l"/>
          <a:r>
            <a:rPr lang="fr-FR" noProof="0" dirty="0"/>
            <a:t>Bouton d’import, prendre la photo</a:t>
          </a:r>
        </a:p>
        <a:p>
          <a:pPr algn="l"/>
          <a:endParaRPr lang="fr-FR" noProof="0" dirty="0"/>
        </a:p>
        <a:p>
          <a:pPr algn="l"/>
          <a:r>
            <a:rPr lang="fr-FR" noProof="0" dirty="0"/>
            <a:t>Visualisation des données dans le formulaire existant</a:t>
          </a:r>
        </a:p>
      </dgm:t>
    </dgm:pt>
    <dgm:pt modelId="{2EA0022A-41B6-45FF-9750-01F65C23B394}" type="parTrans" cxnId="{DA54FBFE-D568-45E6-A62F-3D38DDCA9748}">
      <dgm:prSet/>
      <dgm:spPr/>
      <dgm:t>
        <a:bodyPr/>
        <a:lstStyle/>
        <a:p>
          <a:endParaRPr lang="fr-FR" noProof="0" dirty="0"/>
        </a:p>
      </dgm:t>
    </dgm:pt>
    <dgm:pt modelId="{BD1AE504-A0E0-447B-8A29-13A0B2AE77A7}" type="sibTrans" cxnId="{DA54FBFE-D568-45E6-A62F-3D38DDCA9748}">
      <dgm:prSet/>
      <dgm:spPr/>
      <dgm:t>
        <a:bodyPr/>
        <a:lstStyle/>
        <a:p>
          <a:endParaRPr lang="fr-FR" noProof="0" dirty="0"/>
        </a:p>
      </dgm:t>
    </dgm:pt>
    <dgm:pt modelId="{0B55A0E6-8C88-4FE6-98FA-941A4EEF5FF3}">
      <dgm:prSet phldrT="[Texte]"/>
      <dgm:spPr>
        <a:solidFill>
          <a:schemeClr val="accent2"/>
        </a:solidFill>
      </dgm:spPr>
      <dgm:t>
        <a:bodyPr/>
        <a:lstStyle/>
        <a:p>
          <a:pPr algn="l"/>
          <a:r>
            <a:rPr lang="fr-FR" noProof="0" dirty="0"/>
            <a:t>Bouton d’explication du format</a:t>
          </a:r>
        </a:p>
        <a:p>
          <a:pPr algn="l"/>
          <a:endParaRPr lang="fr-FR" noProof="0" dirty="0"/>
        </a:p>
        <a:p>
          <a:pPr algn="l"/>
          <a:r>
            <a:rPr lang="fr-FR" noProof="0" dirty="0"/>
            <a:t>Bouton de lancement d’écoute</a:t>
          </a:r>
        </a:p>
        <a:p>
          <a:pPr algn="l"/>
          <a:endParaRPr lang="fr-FR" noProof="0" dirty="0"/>
        </a:p>
        <a:p>
          <a:pPr algn="l"/>
          <a:r>
            <a:rPr lang="fr-FR" noProof="0" dirty="0"/>
            <a:t>Visualisation des données dans le formulaire existant</a:t>
          </a:r>
        </a:p>
      </dgm:t>
    </dgm:pt>
    <dgm:pt modelId="{3E1EF856-9BD7-4008-942D-100608A4F721}" type="parTrans" cxnId="{F94E47F8-DB44-4C58-BEB9-282901756BCD}">
      <dgm:prSet/>
      <dgm:spPr/>
      <dgm:t>
        <a:bodyPr/>
        <a:lstStyle/>
        <a:p>
          <a:endParaRPr lang="fr-FR" noProof="0" dirty="0"/>
        </a:p>
      </dgm:t>
    </dgm:pt>
    <dgm:pt modelId="{74A322FF-65C2-4229-B473-E705EFF5D444}" type="sibTrans" cxnId="{F94E47F8-DB44-4C58-BEB9-282901756BCD}">
      <dgm:prSet/>
      <dgm:spPr/>
      <dgm:t>
        <a:bodyPr/>
        <a:lstStyle/>
        <a:p>
          <a:endParaRPr lang="fr-FR" noProof="0" dirty="0"/>
        </a:p>
      </dgm:t>
    </dgm:pt>
    <dgm:pt modelId="{62549801-8E15-45F2-9880-AD20D585D062}">
      <dgm:prSet phldrT="[Texte]">
        <dgm:style>
          <a:lnRef idx="2">
            <a:schemeClr val="dk1"/>
          </a:lnRef>
          <a:fillRef idx="1">
            <a:schemeClr val="lt1"/>
          </a:fillRef>
          <a:effectRef idx="0">
            <a:schemeClr val="dk1"/>
          </a:effectRef>
          <a:fontRef idx="minor">
            <a:schemeClr val="dk1"/>
          </a:fontRef>
        </dgm:style>
      </dgm:prSet>
      <dgm:spPr/>
      <dgm:t>
        <a:bodyPr/>
        <a:lstStyle/>
        <a:p>
          <a:r>
            <a:rPr lang="fr-FR" noProof="0" dirty="0"/>
            <a:t>Packaging du meilleur outil / process dans une API simple et minimaliste</a:t>
          </a:r>
        </a:p>
      </dgm:t>
    </dgm:pt>
    <dgm:pt modelId="{002A533D-70D3-4C37-889E-3C464CF16E24}" type="parTrans" cxnId="{EF45E35D-5015-4ED5-8D2A-AE045534CD2F}">
      <dgm:prSet/>
      <dgm:spPr/>
      <dgm:t>
        <a:bodyPr/>
        <a:lstStyle/>
        <a:p>
          <a:endParaRPr lang="en-GB"/>
        </a:p>
      </dgm:t>
    </dgm:pt>
    <dgm:pt modelId="{CFA388E9-04D3-4D17-9BF9-A052C5CC98D0}" type="sibTrans" cxnId="{EF45E35D-5015-4ED5-8D2A-AE045534CD2F}">
      <dgm:prSet/>
      <dgm:spPr/>
      <dgm:t>
        <a:bodyPr/>
        <a:lstStyle/>
        <a:p>
          <a:endParaRPr lang="en-GB"/>
        </a:p>
      </dgm:t>
    </dgm:pt>
    <dgm:pt modelId="{CCEBE91E-55BF-4F12-A964-BB2CAAE2DCCA}">
      <dgm:prSet phldrT="[Texte]">
        <dgm:style>
          <a:lnRef idx="2">
            <a:schemeClr val="dk1"/>
          </a:lnRef>
          <a:fillRef idx="1">
            <a:schemeClr val="lt1"/>
          </a:fillRef>
          <a:effectRef idx="0">
            <a:schemeClr val="dk1"/>
          </a:effectRef>
          <a:fontRef idx="minor">
            <a:schemeClr val="dk1"/>
          </a:fontRef>
        </dgm:style>
      </dgm:prSet>
      <dgm:spPr/>
      <dgm:t>
        <a:bodyPr/>
        <a:lstStyle/>
        <a:p>
          <a:r>
            <a:rPr lang="fr-FR" dirty="0"/>
            <a:t>Choix de l’écran à remplir : nous partons sur le plus simple avec des inputs différents (texte, nombre et select) </a:t>
          </a:r>
          <a:endParaRPr lang="fr-FR" noProof="0" dirty="0"/>
        </a:p>
      </dgm:t>
    </dgm:pt>
    <dgm:pt modelId="{DBB6FF22-5B98-4A08-A7DD-01CC0883E991}" type="parTrans" cxnId="{7AAA0B57-FEA8-4752-9CD1-A88C06491B37}">
      <dgm:prSet/>
      <dgm:spPr/>
      <dgm:t>
        <a:bodyPr/>
        <a:lstStyle/>
        <a:p>
          <a:endParaRPr lang="en-GB"/>
        </a:p>
      </dgm:t>
    </dgm:pt>
    <dgm:pt modelId="{5F570211-CC31-4312-81FA-8DF13FE66C52}" type="sibTrans" cxnId="{7AAA0B57-FEA8-4752-9CD1-A88C06491B37}">
      <dgm:prSet/>
      <dgm:spPr/>
      <dgm:t>
        <a:bodyPr/>
        <a:lstStyle/>
        <a:p>
          <a:endParaRPr lang="en-GB"/>
        </a:p>
      </dgm:t>
    </dgm:pt>
    <dgm:pt modelId="{B8667545-BEBE-42D9-ACCA-6CC4861641AA}" type="pres">
      <dgm:prSet presAssocID="{E6615755-6D17-49C8-B0CC-294213F94FE7}" presName="theList" presStyleCnt="0">
        <dgm:presLayoutVars>
          <dgm:dir/>
          <dgm:animLvl val="lvl"/>
          <dgm:resizeHandles val="exact"/>
        </dgm:presLayoutVars>
      </dgm:prSet>
      <dgm:spPr/>
    </dgm:pt>
    <dgm:pt modelId="{F4062141-730F-4E3F-94A7-6C9CA7C66C6B}" type="pres">
      <dgm:prSet presAssocID="{CCEBE91E-55BF-4F12-A964-BB2CAAE2DCCA}" presName="compNode" presStyleCnt="0"/>
      <dgm:spPr/>
    </dgm:pt>
    <dgm:pt modelId="{7549D649-B138-4FFB-82E2-93721239DF48}" type="pres">
      <dgm:prSet presAssocID="{CCEBE91E-55BF-4F12-A964-BB2CAAE2DCCA}" presName="aNode" presStyleLbl="bgShp" presStyleIdx="0" presStyleCnt="5"/>
      <dgm:spPr/>
    </dgm:pt>
    <dgm:pt modelId="{B2494042-034D-475B-91C0-AC8D1155BD9E}" type="pres">
      <dgm:prSet presAssocID="{CCEBE91E-55BF-4F12-A964-BB2CAAE2DCCA}" presName="textNode" presStyleLbl="bgShp" presStyleIdx="0" presStyleCnt="5"/>
      <dgm:spPr/>
    </dgm:pt>
    <dgm:pt modelId="{73B9344E-C0EC-43E3-B267-4DFD31657B0C}" type="pres">
      <dgm:prSet presAssocID="{CCEBE91E-55BF-4F12-A964-BB2CAAE2DCCA}" presName="compChildNode" presStyleCnt="0"/>
      <dgm:spPr/>
    </dgm:pt>
    <dgm:pt modelId="{0F48650D-B006-413E-AEB4-51B763AA6F8D}" type="pres">
      <dgm:prSet presAssocID="{CCEBE91E-55BF-4F12-A964-BB2CAAE2DCCA}" presName="theInnerList" presStyleCnt="0"/>
      <dgm:spPr/>
    </dgm:pt>
    <dgm:pt modelId="{8F5DCB58-296B-4400-AF14-41D8DFDFFFA9}" type="pres">
      <dgm:prSet presAssocID="{CCEBE91E-55BF-4F12-A964-BB2CAAE2DCCA}" presName="aSpace" presStyleCnt="0"/>
      <dgm:spPr/>
    </dgm:pt>
    <dgm:pt modelId="{AF81B265-6402-466A-AD7E-4D77A2DAF188}" type="pres">
      <dgm:prSet presAssocID="{5F2AD917-4C2F-4CC8-BE6B-47CF4488FC07}" presName="compNode" presStyleCnt="0"/>
      <dgm:spPr/>
    </dgm:pt>
    <dgm:pt modelId="{411DFBE7-5865-4062-876B-12792ADEB2E0}" type="pres">
      <dgm:prSet presAssocID="{5F2AD917-4C2F-4CC8-BE6B-47CF4488FC07}" presName="aNode" presStyleLbl="bgShp" presStyleIdx="1" presStyleCnt="5"/>
      <dgm:spPr/>
    </dgm:pt>
    <dgm:pt modelId="{42E6CA05-E886-4A63-A19B-2F718EFFA8CF}" type="pres">
      <dgm:prSet presAssocID="{5F2AD917-4C2F-4CC8-BE6B-47CF4488FC07}" presName="textNode" presStyleLbl="bgShp" presStyleIdx="1" presStyleCnt="5"/>
      <dgm:spPr/>
    </dgm:pt>
    <dgm:pt modelId="{4DC8C42F-3324-4288-B1D3-9FD302FE4B31}" type="pres">
      <dgm:prSet presAssocID="{5F2AD917-4C2F-4CC8-BE6B-47CF4488FC07}" presName="compChildNode" presStyleCnt="0"/>
      <dgm:spPr/>
    </dgm:pt>
    <dgm:pt modelId="{81B067B1-4BB8-4C25-8178-10D547761985}" type="pres">
      <dgm:prSet presAssocID="{5F2AD917-4C2F-4CC8-BE6B-47CF4488FC07}" presName="theInnerList" presStyleCnt="0"/>
      <dgm:spPr/>
    </dgm:pt>
    <dgm:pt modelId="{06089AD4-85A9-44FC-9595-F769D8388E70}" type="pres">
      <dgm:prSet presAssocID="{5DB4FC6D-E7FF-4402-85A3-23C935A4331C}" presName="childNode" presStyleLbl="node1" presStyleIdx="0" presStyleCnt="6" custLinFactNeighborX="1699" custLinFactNeighborY="-46315">
        <dgm:presLayoutVars>
          <dgm:bulletEnabled val="1"/>
        </dgm:presLayoutVars>
      </dgm:prSet>
      <dgm:spPr/>
    </dgm:pt>
    <dgm:pt modelId="{CE761D5C-4853-487D-AD2F-209C7FC3C562}" type="pres">
      <dgm:prSet presAssocID="{5DB4FC6D-E7FF-4402-85A3-23C935A4331C}" presName="aSpace2" presStyleCnt="0"/>
      <dgm:spPr/>
    </dgm:pt>
    <dgm:pt modelId="{B424629A-468B-4E05-8B11-563902337E2E}" type="pres">
      <dgm:prSet presAssocID="{A37E8560-FE1B-46CD-A52A-AC46BD53726B}" presName="childNode" presStyleLbl="node1" presStyleIdx="1" presStyleCnt="6" custLinFactNeighborX="1699" custLinFactNeighborY="-46315">
        <dgm:presLayoutVars>
          <dgm:bulletEnabled val="1"/>
        </dgm:presLayoutVars>
      </dgm:prSet>
      <dgm:spPr/>
    </dgm:pt>
    <dgm:pt modelId="{6657D074-76CE-4DDC-BC39-037BD9083016}" type="pres">
      <dgm:prSet presAssocID="{5F2AD917-4C2F-4CC8-BE6B-47CF4488FC07}" presName="aSpace" presStyleCnt="0"/>
      <dgm:spPr/>
    </dgm:pt>
    <dgm:pt modelId="{2E9EC555-9643-403E-BCA4-162A23DA708B}" type="pres">
      <dgm:prSet presAssocID="{BA20DCB9-E67F-4FAA-8848-2EE6797ED523}" presName="compNode" presStyleCnt="0"/>
      <dgm:spPr/>
    </dgm:pt>
    <dgm:pt modelId="{25AE87F9-CAC0-4B8D-BDD8-A5580B4F7B39}" type="pres">
      <dgm:prSet presAssocID="{BA20DCB9-E67F-4FAA-8848-2EE6797ED523}" presName="aNode" presStyleLbl="bgShp" presStyleIdx="2" presStyleCnt="5"/>
      <dgm:spPr/>
    </dgm:pt>
    <dgm:pt modelId="{B377E5B4-8B0E-42BD-9851-192DE49C4FAE}" type="pres">
      <dgm:prSet presAssocID="{BA20DCB9-E67F-4FAA-8848-2EE6797ED523}" presName="textNode" presStyleLbl="bgShp" presStyleIdx="2" presStyleCnt="5"/>
      <dgm:spPr/>
    </dgm:pt>
    <dgm:pt modelId="{28697752-0106-4150-B077-FE6227FFC7CF}" type="pres">
      <dgm:prSet presAssocID="{BA20DCB9-E67F-4FAA-8848-2EE6797ED523}" presName="compChildNode" presStyleCnt="0"/>
      <dgm:spPr/>
    </dgm:pt>
    <dgm:pt modelId="{CBB74ECF-ED07-41C0-85E7-439DDD8224B6}" type="pres">
      <dgm:prSet presAssocID="{BA20DCB9-E67F-4FAA-8848-2EE6797ED523}" presName="theInnerList" presStyleCnt="0"/>
      <dgm:spPr/>
    </dgm:pt>
    <dgm:pt modelId="{914A4704-217A-4004-9DE1-BEAE23C48117}" type="pres">
      <dgm:prSet presAssocID="{3DDC9754-46C9-4B05-8904-DC87D3E49FDD}" presName="childNode" presStyleLbl="node1" presStyleIdx="2" presStyleCnt="6" custLinFactNeighborX="1699" custLinFactNeighborY="-46315">
        <dgm:presLayoutVars>
          <dgm:bulletEnabled val="1"/>
        </dgm:presLayoutVars>
      </dgm:prSet>
      <dgm:spPr/>
    </dgm:pt>
    <dgm:pt modelId="{A6C99264-330F-46E3-B016-C30C509A12FE}" type="pres">
      <dgm:prSet presAssocID="{3DDC9754-46C9-4B05-8904-DC87D3E49FDD}" presName="aSpace2" presStyleCnt="0"/>
      <dgm:spPr/>
    </dgm:pt>
    <dgm:pt modelId="{0EE8BE24-A25D-4661-83F7-7891850D9744}" type="pres">
      <dgm:prSet presAssocID="{F2A33E9F-7D6F-4222-B386-374F0B58AEC7}" presName="childNode" presStyleLbl="node1" presStyleIdx="3" presStyleCnt="6" custLinFactNeighborX="1699" custLinFactNeighborY="-46315">
        <dgm:presLayoutVars>
          <dgm:bulletEnabled val="1"/>
        </dgm:presLayoutVars>
      </dgm:prSet>
      <dgm:spPr/>
    </dgm:pt>
    <dgm:pt modelId="{160B647E-FD35-4E57-9D05-F1C261C101A0}" type="pres">
      <dgm:prSet presAssocID="{BA20DCB9-E67F-4FAA-8848-2EE6797ED523}" presName="aSpace" presStyleCnt="0"/>
      <dgm:spPr/>
    </dgm:pt>
    <dgm:pt modelId="{0CFDA71F-E4C1-4EFE-9690-0045B3CE1B5D}" type="pres">
      <dgm:prSet presAssocID="{62549801-8E15-45F2-9880-AD20D585D062}" presName="compNode" presStyleCnt="0"/>
      <dgm:spPr/>
    </dgm:pt>
    <dgm:pt modelId="{6CA895C4-1CFC-4DD6-8803-6F317B0A557B}" type="pres">
      <dgm:prSet presAssocID="{62549801-8E15-45F2-9880-AD20D585D062}" presName="aNode" presStyleLbl="bgShp" presStyleIdx="3" presStyleCnt="5"/>
      <dgm:spPr/>
    </dgm:pt>
    <dgm:pt modelId="{48CA7AF1-7E7D-4A3F-A18E-37EEFD48C1CA}" type="pres">
      <dgm:prSet presAssocID="{62549801-8E15-45F2-9880-AD20D585D062}" presName="textNode" presStyleLbl="bgShp" presStyleIdx="3" presStyleCnt="5"/>
      <dgm:spPr/>
    </dgm:pt>
    <dgm:pt modelId="{2FD20664-159D-4CC8-A835-820858CADC06}" type="pres">
      <dgm:prSet presAssocID="{62549801-8E15-45F2-9880-AD20D585D062}" presName="compChildNode" presStyleCnt="0"/>
      <dgm:spPr/>
    </dgm:pt>
    <dgm:pt modelId="{D5E129FA-068D-4054-8934-EA9DB1C7C9A4}" type="pres">
      <dgm:prSet presAssocID="{62549801-8E15-45F2-9880-AD20D585D062}" presName="theInnerList" presStyleCnt="0"/>
      <dgm:spPr/>
    </dgm:pt>
    <dgm:pt modelId="{809CFBF4-BC24-4B9D-BAB8-1EE4856EE668}" type="pres">
      <dgm:prSet presAssocID="{62549801-8E15-45F2-9880-AD20D585D062}" presName="aSpace" presStyleCnt="0"/>
      <dgm:spPr/>
    </dgm:pt>
    <dgm:pt modelId="{1CFC71EA-0EC2-4CD4-9ADB-8A2F89805783}" type="pres">
      <dgm:prSet presAssocID="{7C1FC2FD-5210-4707-936F-DE34D586A254}" presName="compNode" presStyleCnt="0"/>
      <dgm:spPr/>
    </dgm:pt>
    <dgm:pt modelId="{80D842FB-2F1A-413D-BE50-63AFA2DEA9D8}" type="pres">
      <dgm:prSet presAssocID="{7C1FC2FD-5210-4707-936F-DE34D586A254}" presName="aNode" presStyleLbl="bgShp" presStyleIdx="4" presStyleCnt="5"/>
      <dgm:spPr/>
    </dgm:pt>
    <dgm:pt modelId="{9ECDAA04-4F27-4722-99E2-E9CF0B0EF088}" type="pres">
      <dgm:prSet presAssocID="{7C1FC2FD-5210-4707-936F-DE34D586A254}" presName="textNode" presStyleLbl="bgShp" presStyleIdx="4" presStyleCnt="5"/>
      <dgm:spPr/>
    </dgm:pt>
    <dgm:pt modelId="{07D7366C-2402-4BDF-B286-A25FC6AC3AA7}" type="pres">
      <dgm:prSet presAssocID="{7C1FC2FD-5210-4707-936F-DE34D586A254}" presName="compChildNode" presStyleCnt="0"/>
      <dgm:spPr/>
    </dgm:pt>
    <dgm:pt modelId="{CF3CCB3F-7001-4914-8DEA-D042B64C2255}" type="pres">
      <dgm:prSet presAssocID="{7C1FC2FD-5210-4707-936F-DE34D586A254}" presName="theInnerList" presStyleCnt="0"/>
      <dgm:spPr/>
    </dgm:pt>
    <dgm:pt modelId="{E84B479B-722D-4E74-9EDA-C43A123FCCA1}" type="pres">
      <dgm:prSet presAssocID="{F6BF4906-9DA1-4167-B5ED-ACA001E89CEE}" presName="childNode" presStyleLbl="node1" presStyleIdx="4" presStyleCnt="6">
        <dgm:presLayoutVars>
          <dgm:bulletEnabled val="1"/>
        </dgm:presLayoutVars>
      </dgm:prSet>
      <dgm:spPr/>
    </dgm:pt>
    <dgm:pt modelId="{1DBEEEC3-D3E1-49ED-A8B8-038C86289C14}" type="pres">
      <dgm:prSet presAssocID="{F6BF4906-9DA1-4167-B5ED-ACA001E89CEE}" presName="aSpace2" presStyleCnt="0"/>
      <dgm:spPr/>
    </dgm:pt>
    <dgm:pt modelId="{2CF7EB01-6FB9-428C-8A7F-14FE3466ABFD}" type="pres">
      <dgm:prSet presAssocID="{0B55A0E6-8C88-4FE6-98FA-941A4EEF5FF3}" presName="childNode" presStyleLbl="node1" presStyleIdx="5" presStyleCnt="6" custLinFactNeighborY="-46315">
        <dgm:presLayoutVars>
          <dgm:bulletEnabled val="1"/>
        </dgm:presLayoutVars>
      </dgm:prSet>
      <dgm:spPr/>
    </dgm:pt>
  </dgm:ptLst>
  <dgm:cxnLst>
    <dgm:cxn modelId="{FE33100E-73B6-4157-A64E-9F8E9663DB2F}" type="presOf" srcId="{CCEBE91E-55BF-4F12-A964-BB2CAAE2DCCA}" destId="{7549D649-B138-4FFB-82E2-93721239DF48}" srcOrd="0" destOrd="0" presId="urn:microsoft.com/office/officeart/2005/8/layout/lProcess2"/>
    <dgm:cxn modelId="{1BE99C10-E836-48F3-8BF1-F62DABF6BC5C}" type="presOf" srcId="{E6615755-6D17-49C8-B0CC-294213F94FE7}" destId="{B8667545-BEBE-42D9-ACCA-6CC4861641AA}" srcOrd="0" destOrd="0" presId="urn:microsoft.com/office/officeart/2005/8/layout/lProcess2"/>
    <dgm:cxn modelId="{83999632-BF48-4D73-8A37-773D7A72A6EE}" type="presOf" srcId="{5DB4FC6D-E7FF-4402-85A3-23C935A4331C}" destId="{06089AD4-85A9-44FC-9595-F769D8388E70}" srcOrd="0" destOrd="0" presId="urn:microsoft.com/office/officeart/2005/8/layout/lProcess2"/>
    <dgm:cxn modelId="{05998D39-4E7E-436E-B31D-C974F5753613}" type="presOf" srcId="{7C1FC2FD-5210-4707-936F-DE34D586A254}" destId="{80D842FB-2F1A-413D-BE50-63AFA2DEA9D8}" srcOrd="0" destOrd="0" presId="urn:microsoft.com/office/officeart/2005/8/layout/lProcess2"/>
    <dgm:cxn modelId="{239CFA39-2770-4DA1-8BB7-25F0AB56E7FF}" type="presOf" srcId="{7C1FC2FD-5210-4707-936F-DE34D586A254}" destId="{9ECDAA04-4F27-4722-99E2-E9CF0B0EF088}" srcOrd="1" destOrd="0" presId="urn:microsoft.com/office/officeart/2005/8/layout/lProcess2"/>
    <dgm:cxn modelId="{7839F63D-2D72-4FB1-8FD2-167C5DDF07DB}" type="presOf" srcId="{62549801-8E15-45F2-9880-AD20D585D062}" destId="{6CA895C4-1CFC-4DD6-8803-6F317B0A557B}" srcOrd="0" destOrd="0" presId="urn:microsoft.com/office/officeart/2005/8/layout/lProcess2"/>
    <dgm:cxn modelId="{EF45E35D-5015-4ED5-8D2A-AE045534CD2F}" srcId="{E6615755-6D17-49C8-B0CC-294213F94FE7}" destId="{62549801-8E15-45F2-9880-AD20D585D062}" srcOrd="3" destOrd="0" parTransId="{002A533D-70D3-4C37-889E-3C464CF16E24}" sibTransId="{CFA388E9-04D3-4D17-9BF9-A052C5CC98D0}"/>
    <dgm:cxn modelId="{F00AF76B-B718-48F9-8224-C665A512869D}" type="presOf" srcId="{5F2AD917-4C2F-4CC8-BE6B-47CF4488FC07}" destId="{411DFBE7-5865-4062-876B-12792ADEB2E0}" srcOrd="0" destOrd="0" presId="urn:microsoft.com/office/officeart/2005/8/layout/lProcess2"/>
    <dgm:cxn modelId="{C663194C-732E-4CBB-9B76-B7FC81A381DE}" srcId="{E6615755-6D17-49C8-B0CC-294213F94FE7}" destId="{BA20DCB9-E67F-4FAA-8848-2EE6797ED523}" srcOrd="2" destOrd="0" parTransId="{D3714B05-9E97-4300-A3FE-91D3C444B973}" sibTransId="{D270371E-C66A-4593-8AAC-37A32E3EB3B3}"/>
    <dgm:cxn modelId="{37F9904F-B799-4FEC-B72D-B4BEC88F5A89}" type="presOf" srcId="{5F2AD917-4C2F-4CC8-BE6B-47CF4488FC07}" destId="{42E6CA05-E886-4A63-A19B-2F718EFFA8CF}" srcOrd="1" destOrd="0" presId="urn:microsoft.com/office/officeart/2005/8/layout/lProcess2"/>
    <dgm:cxn modelId="{7AAA0B57-FEA8-4752-9CD1-A88C06491B37}" srcId="{E6615755-6D17-49C8-B0CC-294213F94FE7}" destId="{CCEBE91E-55BF-4F12-A964-BB2CAAE2DCCA}" srcOrd="0" destOrd="0" parTransId="{DBB6FF22-5B98-4A08-A7DD-01CC0883E991}" sibTransId="{5F570211-CC31-4312-81FA-8DF13FE66C52}"/>
    <dgm:cxn modelId="{5CDE6A5A-4FAD-4262-8B1B-B73652F63F32}" type="presOf" srcId="{A37E8560-FE1B-46CD-A52A-AC46BD53726B}" destId="{B424629A-468B-4E05-8B11-563902337E2E}" srcOrd="0" destOrd="0" presId="urn:microsoft.com/office/officeart/2005/8/layout/lProcess2"/>
    <dgm:cxn modelId="{F547E088-AEAE-42F1-BB46-8266D24B2BC7}" type="presOf" srcId="{62549801-8E15-45F2-9880-AD20D585D062}" destId="{48CA7AF1-7E7D-4A3F-A18E-37EEFD48C1CA}" srcOrd="1" destOrd="0" presId="urn:microsoft.com/office/officeart/2005/8/layout/lProcess2"/>
    <dgm:cxn modelId="{AA051290-FF21-4785-BF3C-698FC3BE9FD4}" srcId="{5F2AD917-4C2F-4CC8-BE6B-47CF4488FC07}" destId="{A37E8560-FE1B-46CD-A52A-AC46BD53726B}" srcOrd="1" destOrd="0" parTransId="{2D913621-EE0A-4742-819A-605BEB506989}" sibTransId="{74846F32-08C1-4389-8969-B5533F6B84C1}"/>
    <dgm:cxn modelId="{2C21AF97-0402-486A-8009-D9259B5F1536}" srcId="{E6615755-6D17-49C8-B0CC-294213F94FE7}" destId="{7C1FC2FD-5210-4707-936F-DE34D586A254}" srcOrd="4" destOrd="0" parTransId="{85E66009-92CE-4B15-9BF4-3B6D811114DA}" sibTransId="{0B844FA0-27E0-4306-86B4-00DA55EF1FAC}"/>
    <dgm:cxn modelId="{8DD51AA3-B1A5-49BB-BDDF-B0AFA3E4D98F}" type="presOf" srcId="{BA20DCB9-E67F-4FAA-8848-2EE6797ED523}" destId="{B377E5B4-8B0E-42BD-9851-192DE49C4FAE}" srcOrd="1" destOrd="0" presId="urn:microsoft.com/office/officeart/2005/8/layout/lProcess2"/>
    <dgm:cxn modelId="{8FA5CAA5-A944-4CB3-84A6-28E54F9C7E69}" type="presOf" srcId="{BA20DCB9-E67F-4FAA-8848-2EE6797ED523}" destId="{25AE87F9-CAC0-4B8D-BDD8-A5580B4F7B39}" srcOrd="0" destOrd="0" presId="urn:microsoft.com/office/officeart/2005/8/layout/lProcess2"/>
    <dgm:cxn modelId="{CEFDE2AB-324E-400A-8767-57E2438F7EA6}" srcId="{5F2AD917-4C2F-4CC8-BE6B-47CF4488FC07}" destId="{5DB4FC6D-E7FF-4402-85A3-23C935A4331C}" srcOrd="0" destOrd="0" parTransId="{B4B3219F-2825-44A4-B6C8-B8E2D97CD771}" sibTransId="{1B2FE59F-63AA-4CF9-85F2-93ED48ED23B0}"/>
    <dgm:cxn modelId="{A5C925B4-A0C7-4E7B-9E44-986507B8A4D9}" type="presOf" srcId="{CCEBE91E-55BF-4F12-A964-BB2CAAE2DCCA}" destId="{B2494042-034D-475B-91C0-AC8D1155BD9E}" srcOrd="1" destOrd="0" presId="urn:microsoft.com/office/officeart/2005/8/layout/lProcess2"/>
    <dgm:cxn modelId="{876FC9B5-B854-4BAB-8D57-D497B2B5B646}" srcId="{BA20DCB9-E67F-4FAA-8848-2EE6797ED523}" destId="{3DDC9754-46C9-4B05-8904-DC87D3E49FDD}" srcOrd="0" destOrd="0" parTransId="{6025D49E-9E39-4B17-BD37-696F07DF98BC}" sibTransId="{AD93D021-347F-4DC5-9995-E7F97DC04B7A}"/>
    <dgm:cxn modelId="{EDF0F1B5-9F57-40FB-9401-F8A7FC359E6D}" srcId="{E6615755-6D17-49C8-B0CC-294213F94FE7}" destId="{5F2AD917-4C2F-4CC8-BE6B-47CF4488FC07}" srcOrd="1" destOrd="0" parTransId="{07315CB4-487B-48C4-9C9C-B75A4386B8FD}" sibTransId="{9DAF3676-1292-477F-A901-94E542B33CB1}"/>
    <dgm:cxn modelId="{7A8ACBC9-9CF6-4111-BCAA-87BE78A99B90}" type="presOf" srcId="{0B55A0E6-8C88-4FE6-98FA-941A4EEF5FF3}" destId="{2CF7EB01-6FB9-428C-8A7F-14FE3466ABFD}" srcOrd="0" destOrd="0" presId="urn:microsoft.com/office/officeart/2005/8/layout/lProcess2"/>
    <dgm:cxn modelId="{4996E8D1-A965-465B-A348-33F674B48000}" srcId="{BA20DCB9-E67F-4FAA-8848-2EE6797ED523}" destId="{F2A33E9F-7D6F-4222-B386-374F0B58AEC7}" srcOrd="1" destOrd="0" parTransId="{15B884A6-4429-4104-841E-43F80CE9A042}" sibTransId="{21F9995E-6F7D-4907-8A00-6AE1CD8C0902}"/>
    <dgm:cxn modelId="{834DEDD3-8671-4568-81A7-A116BC6D67A7}" type="presOf" srcId="{F6BF4906-9DA1-4167-B5ED-ACA001E89CEE}" destId="{E84B479B-722D-4E74-9EDA-C43A123FCCA1}" srcOrd="0" destOrd="0" presId="urn:microsoft.com/office/officeart/2005/8/layout/lProcess2"/>
    <dgm:cxn modelId="{E05EE3F2-22E3-4F76-A1FF-6B66E7311163}" type="presOf" srcId="{3DDC9754-46C9-4B05-8904-DC87D3E49FDD}" destId="{914A4704-217A-4004-9DE1-BEAE23C48117}" srcOrd="0" destOrd="0" presId="urn:microsoft.com/office/officeart/2005/8/layout/lProcess2"/>
    <dgm:cxn modelId="{F94E47F8-DB44-4C58-BEB9-282901756BCD}" srcId="{7C1FC2FD-5210-4707-936F-DE34D586A254}" destId="{0B55A0E6-8C88-4FE6-98FA-941A4EEF5FF3}" srcOrd="1" destOrd="0" parTransId="{3E1EF856-9BD7-4008-942D-100608A4F721}" sibTransId="{74A322FF-65C2-4229-B473-E705EFF5D444}"/>
    <dgm:cxn modelId="{12CC4CFB-FD59-4A7A-B686-5C31D94A27AB}" type="presOf" srcId="{F2A33E9F-7D6F-4222-B386-374F0B58AEC7}" destId="{0EE8BE24-A25D-4661-83F7-7891850D9744}" srcOrd="0" destOrd="0" presId="urn:microsoft.com/office/officeart/2005/8/layout/lProcess2"/>
    <dgm:cxn modelId="{DA54FBFE-D568-45E6-A62F-3D38DDCA9748}" srcId="{7C1FC2FD-5210-4707-936F-DE34D586A254}" destId="{F6BF4906-9DA1-4167-B5ED-ACA001E89CEE}" srcOrd="0" destOrd="0" parTransId="{2EA0022A-41B6-45FF-9750-01F65C23B394}" sibTransId="{BD1AE504-A0E0-447B-8A29-13A0B2AE77A7}"/>
    <dgm:cxn modelId="{A56AD307-DCB3-4723-A01E-8633350CB6D5}" type="presParOf" srcId="{B8667545-BEBE-42D9-ACCA-6CC4861641AA}" destId="{F4062141-730F-4E3F-94A7-6C9CA7C66C6B}" srcOrd="0" destOrd="0" presId="urn:microsoft.com/office/officeart/2005/8/layout/lProcess2"/>
    <dgm:cxn modelId="{D5192E7D-7F4C-457E-9CF2-07D9E76853A4}" type="presParOf" srcId="{F4062141-730F-4E3F-94A7-6C9CA7C66C6B}" destId="{7549D649-B138-4FFB-82E2-93721239DF48}" srcOrd="0" destOrd="0" presId="urn:microsoft.com/office/officeart/2005/8/layout/lProcess2"/>
    <dgm:cxn modelId="{43200D8A-5740-40F7-A925-43A7E7823752}" type="presParOf" srcId="{F4062141-730F-4E3F-94A7-6C9CA7C66C6B}" destId="{B2494042-034D-475B-91C0-AC8D1155BD9E}" srcOrd="1" destOrd="0" presId="urn:microsoft.com/office/officeart/2005/8/layout/lProcess2"/>
    <dgm:cxn modelId="{E99BF54B-0F3B-43D9-BB88-D4E1BF9AB7C9}" type="presParOf" srcId="{F4062141-730F-4E3F-94A7-6C9CA7C66C6B}" destId="{73B9344E-C0EC-43E3-B267-4DFD31657B0C}" srcOrd="2" destOrd="0" presId="urn:microsoft.com/office/officeart/2005/8/layout/lProcess2"/>
    <dgm:cxn modelId="{4C54FA5F-EBB8-4F96-BEBF-22D85350DF67}" type="presParOf" srcId="{73B9344E-C0EC-43E3-B267-4DFD31657B0C}" destId="{0F48650D-B006-413E-AEB4-51B763AA6F8D}" srcOrd="0" destOrd="0" presId="urn:microsoft.com/office/officeart/2005/8/layout/lProcess2"/>
    <dgm:cxn modelId="{A023015A-0609-49EA-BF1E-A0296230F3A9}" type="presParOf" srcId="{B8667545-BEBE-42D9-ACCA-6CC4861641AA}" destId="{8F5DCB58-296B-4400-AF14-41D8DFDFFFA9}" srcOrd="1" destOrd="0" presId="urn:microsoft.com/office/officeart/2005/8/layout/lProcess2"/>
    <dgm:cxn modelId="{21EC9FA4-4549-43BE-B6CB-4A286E9936E8}" type="presParOf" srcId="{B8667545-BEBE-42D9-ACCA-6CC4861641AA}" destId="{AF81B265-6402-466A-AD7E-4D77A2DAF188}" srcOrd="2" destOrd="0" presId="urn:microsoft.com/office/officeart/2005/8/layout/lProcess2"/>
    <dgm:cxn modelId="{5A2DDCF4-D4E1-4B0B-9EA7-0E10EE762FAA}" type="presParOf" srcId="{AF81B265-6402-466A-AD7E-4D77A2DAF188}" destId="{411DFBE7-5865-4062-876B-12792ADEB2E0}" srcOrd="0" destOrd="0" presId="urn:microsoft.com/office/officeart/2005/8/layout/lProcess2"/>
    <dgm:cxn modelId="{43CE9AFC-6120-4953-9BCB-2FAF182A6A75}" type="presParOf" srcId="{AF81B265-6402-466A-AD7E-4D77A2DAF188}" destId="{42E6CA05-E886-4A63-A19B-2F718EFFA8CF}" srcOrd="1" destOrd="0" presId="urn:microsoft.com/office/officeart/2005/8/layout/lProcess2"/>
    <dgm:cxn modelId="{1132076D-FBDB-4C68-A120-92FC9627AC7A}" type="presParOf" srcId="{AF81B265-6402-466A-AD7E-4D77A2DAF188}" destId="{4DC8C42F-3324-4288-B1D3-9FD302FE4B31}" srcOrd="2" destOrd="0" presId="urn:microsoft.com/office/officeart/2005/8/layout/lProcess2"/>
    <dgm:cxn modelId="{150F6B0C-CF5C-432F-8B1A-CF31AB339872}" type="presParOf" srcId="{4DC8C42F-3324-4288-B1D3-9FD302FE4B31}" destId="{81B067B1-4BB8-4C25-8178-10D547761985}" srcOrd="0" destOrd="0" presId="urn:microsoft.com/office/officeart/2005/8/layout/lProcess2"/>
    <dgm:cxn modelId="{BED9889C-9C1F-48E0-ABD3-C4DE0D00C71A}" type="presParOf" srcId="{81B067B1-4BB8-4C25-8178-10D547761985}" destId="{06089AD4-85A9-44FC-9595-F769D8388E70}" srcOrd="0" destOrd="0" presId="urn:microsoft.com/office/officeart/2005/8/layout/lProcess2"/>
    <dgm:cxn modelId="{61282C9F-8AC6-48B9-AC5C-814DE2DA28A8}" type="presParOf" srcId="{81B067B1-4BB8-4C25-8178-10D547761985}" destId="{CE761D5C-4853-487D-AD2F-209C7FC3C562}" srcOrd="1" destOrd="0" presId="urn:microsoft.com/office/officeart/2005/8/layout/lProcess2"/>
    <dgm:cxn modelId="{7D24DD0A-603C-4E33-81F3-9A9D36E9D328}" type="presParOf" srcId="{81B067B1-4BB8-4C25-8178-10D547761985}" destId="{B424629A-468B-4E05-8B11-563902337E2E}" srcOrd="2" destOrd="0" presId="urn:microsoft.com/office/officeart/2005/8/layout/lProcess2"/>
    <dgm:cxn modelId="{B31B63DC-A591-43E5-A7D0-FE474CE1979B}" type="presParOf" srcId="{B8667545-BEBE-42D9-ACCA-6CC4861641AA}" destId="{6657D074-76CE-4DDC-BC39-037BD9083016}" srcOrd="3" destOrd="0" presId="urn:microsoft.com/office/officeart/2005/8/layout/lProcess2"/>
    <dgm:cxn modelId="{752AB09D-6E70-4F6A-9426-F104228FA9DE}" type="presParOf" srcId="{B8667545-BEBE-42D9-ACCA-6CC4861641AA}" destId="{2E9EC555-9643-403E-BCA4-162A23DA708B}" srcOrd="4" destOrd="0" presId="urn:microsoft.com/office/officeart/2005/8/layout/lProcess2"/>
    <dgm:cxn modelId="{9AB59234-3E45-4D29-8DAA-59CA53DFDBD0}" type="presParOf" srcId="{2E9EC555-9643-403E-BCA4-162A23DA708B}" destId="{25AE87F9-CAC0-4B8D-BDD8-A5580B4F7B39}" srcOrd="0" destOrd="0" presId="urn:microsoft.com/office/officeart/2005/8/layout/lProcess2"/>
    <dgm:cxn modelId="{FA4AFB37-F070-48E9-9DC2-1677A2546BD0}" type="presParOf" srcId="{2E9EC555-9643-403E-BCA4-162A23DA708B}" destId="{B377E5B4-8B0E-42BD-9851-192DE49C4FAE}" srcOrd="1" destOrd="0" presId="urn:microsoft.com/office/officeart/2005/8/layout/lProcess2"/>
    <dgm:cxn modelId="{9D85C8CC-737A-426B-BDC7-CB0E83098D81}" type="presParOf" srcId="{2E9EC555-9643-403E-BCA4-162A23DA708B}" destId="{28697752-0106-4150-B077-FE6227FFC7CF}" srcOrd="2" destOrd="0" presId="urn:microsoft.com/office/officeart/2005/8/layout/lProcess2"/>
    <dgm:cxn modelId="{008A408D-24C3-4D37-A7A1-4745AC957406}" type="presParOf" srcId="{28697752-0106-4150-B077-FE6227FFC7CF}" destId="{CBB74ECF-ED07-41C0-85E7-439DDD8224B6}" srcOrd="0" destOrd="0" presId="urn:microsoft.com/office/officeart/2005/8/layout/lProcess2"/>
    <dgm:cxn modelId="{B36EAF35-4B11-4125-875A-965167CB53DC}" type="presParOf" srcId="{CBB74ECF-ED07-41C0-85E7-439DDD8224B6}" destId="{914A4704-217A-4004-9DE1-BEAE23C48117}" srcOrd="0" destOrd="0" presId="urn:microsoft.com/office/officeart/2005/8/layout/lProcess2"/>
    <dgm:cxn modelId="{26DF2DAF-372A-43E6-89F5-10EBFC98F79A}" type="presParOf" srcId="{CBB74ECF-ED07-41C0-85E7-439DDD8224B6}" destId="{A6C99264-330F-46E3-B016-C30C509A12FE}" srcOrd="1" destOrd="0" presId="urn:microsoft.com/office/officeart/2005/8/layout/lProcess2"/>
    <dgm:cxn modelId="{120A256C-D91C-4805-ACA4-E40812024A35}" type="presParOf" srcId="{CBB74ECF-ED07-41C0-85E7-439DDD8224B6}" destId="{0EE8BE24-A25D-4661-83F7-7891850D9744}" srcOrd="2" destOrd="0" presId="urn:microsoft.com/office/officeart/2005/8/layout/lProcess2"/>
    <dgm:cxn modelId="{DD6A3AD0-5AD6-4C4E-8774-8233EA1BA6FA}" type="presParOf" srcId="{B8667545-BEBE-42D9-ACCA-6CC4861641AA}" destId="{160B647E-FD35-4E57-9D05-F1C261C101A0}" srcOrd="5" destOrd="0" presId="urn:microsoft.com/office/officeart/2005/8/layout/lProcess2"/>
    <dgm:cxn modelId="{9EF11FCB-3A64-4B20-A1A3-B2C52565966D}" type="presParOf" srcId="{B8667545-BEBE-42D9-ACCA-6CC4861641AA}" destId="{0CFDA71F-E4C1-4EFE-9690-0045B3CE1B5D}" srcOrd="6" destOrd="0" presId="urn:microsoft.com/office/officeart/2005/8/layout/lProcess2"/>
    <dgm:cxn modelId="{59E1F1BD-D14F-4798-A2C8-1F4566A4279C}" type="presParOf" srcId="{0CFDA71F-E4C1-4EFE-9690-0045B3CE1B5D}" destId="{6CA895C4-1CFC-4DD6-8803-6F317B0A557B}" srcOrd="0" destOrd="0" presId="urn:microsoft.com/office/officeart/2005/8/layout/lProcess2"/>
    <dgm:cxn modelId="{6707DC64-6201-4F5F-A226-DDBE3608444B}" type="presParOf" srcId="{0CFDA71F-E4C1-4EFE-9690-0045B3CE1B5D}" destId="{48CA7AF1-7E7D-4A3F-A18E-37EEFD48C1CA}" srcOrd="1" destOrd="0" presId="urn:microsoft.com/office/officeart/2005/8/layout/lProcess2"/>
    <dgm:cxn modelId="{3B2589C8-80B7-49FF-951C-DBDEEB53B153}" type="presParOf" srcId="{0CFDA71F-E4C1-4EFE-9690-0045B3CE1B5D}" destId="{2FD20664-159D-4CC8-A835-820858CADC06}" srcOrd="2" destOrd="0" presId="urn:microsoft.com/office/officeart/2005/8/layout/lProcess2"/>
    <dgm:cxn modelId="{3291BD68-097A-47F9-A4DD-4FAC78ED9671}" type="presParOf" srcId="{2FD20664-159D-4CC8-A835-820858CADC06}" destId="{D5E129FA-068D-4054-8934-EA9DB1C7C9A4}" srcOrd="0" destOrd="0" presId="urn:microsoft.com/office/officeart/2005/8/layout/lProcess2"/>
    <dgm:cxn modelId="{86B50E9E-AB01-4140-8531-8238FD4FA67B}" type="presParOf" srcId="{B8667545-BEBE-42D9-ACCA-6CC4861641AA}" destId="{809CFBF4-BC24-4B9D-BAB8-1EE4856EE668}" srcOrd="7" destOrd="0" presId="urn:microsoft.com/office/officeart/2005/8/layout/lProcess2"/>
    <dgm:cxn modelId="{333EE6B0-C2AC-4364-84F9-0D0715017FB7}" type="presParOf" srcId="{B8667545-BEBE-42D9-ACCA-6CC4861641AA}" destId="{1CFC71EA-0EC2-4CD4-9ADB-8A2F89805783}" srcOrd="8" destOrd="0" presId="urn:microsoft.com/office/officeart/2005/8/layout/lProcess2"/>
    <dgm:cxn modelId="{9EB4628A-561C-4902-9C6F-48B58F6DB71A}" type="presParOf" srcId="{1CFC71EA-0EC2-4CD4-9ADB-8A2F89805783}" destId="{80D842FB-2F1A-413D-BE50-63AFA2DEA9D8}" srcOrd="0" destOrd="0" presId="urn:microsoft.com/office/officeart/2005/8/layout/lProcess2"/>
    <dgm:cxn modelId="{5056D029-08D0-4905-8CCE-C141EEECDF62}" type="presParOf" srcId="{1CFC71EA-0EC2-4CD4-9ADB-8A2F89805783}" destId="{9ECDAA04-4F27-4722-99E2-E9CF0B0EF088}" srcOrd="1" destOrd="0" presId="urn:microsoft.com/office/officeart/2005/8/layout/lProcess2"/>
    <dgm:cxn modelId="{9403FE8E-37A6-4583-8A9B-91FA13A004FC}" type="presParOf" srcId="{1CFC71EA-0EC2-4CD4-9ADB-8A2F89805783}" destId="{07D7366C-2402-4BDF-B286-A25FC6AC3AA7}" srcOrd="2" destOrd="0" presId="urn:microsoft.com/office/officeart/2005/8/layout/lProcess2"/>
    <dgm:cxn modelId="{2E370E2B-7866-47EE-8D66-B43E2C25BD55}" type="presParOf" srcId="{07D7366C-2402-4BDF-B286-A25FC6AC3AA7}" destId="{CF3CCB3F-7001-4914-8DEA-D042B64C2255}" srcOrd="0" destOrd="0" presId="urn:microsoft.com/office/officeart/2005/8/layout/lProcess2"/>
    <dgm:cxn modelId="{1FA06C41-DC95-4F1E-8765-070F812D82CA}" type="presParOf" srcId="{CF3CCB3F-7001-4914-8DEA-D042B64C2255}" destId="{E84B479B-722D-4E74-9EDA-C43A123FCCA1}" srcOrd="0" destOrd="0" presId="urn:microsoft.com/office/officeart/2005/8/layout/lProcess2"/>
    <dgm:cxn modelId="{C0E6F009-B305-45F2-A456-42B41D9A9B18}" type="presParOf" srcId="{CF3CCB3F-7001-4914-8DEA-D042B64C2255}" destId="{1DBEEEC3-D3E1-49ED-A8B8-038C86289C14}" srcOrd="1" destOrd="0" presId="urn:microsoft.com/office/officeart/2005/8/layout/lProcess2"/>
    <dgm:cxn modelId="{B435903C-101A-4EAD-A372-44437A855AE4}" type="presParOf" srcId="{CF3CCB3F-7001-4914-8DEA-D042B64C2255}" destId="{2CF7EB01-6FB9-428C-8A7F-14FE3466ABFD}" srcOrd="2"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49D649-B138-4FFB-82E2-93721239DF48}">
      <dsp:nvSpPr>
        <dsp:cNvPr id="0" name=""/>
        <dsp:cNvSpPr/>
      </dsp:nvSpPr>
      <dsp:spPr>
        <a:xfrm>
          <a:off x="6192" y="0"/>
          <a:ext cx="2172918" cy="4754376"/>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fr-FR" sz="1300" kern="1200" dirty="0"/>
            <a:t>Choix de l’écran à remplir : nous partons sur le plus simple avec des inputs différents (texte, nombre et select) </a:t>
          </a:r>
          <a:endParaRPr lang="fr-FR" sz="1300" kern="1200" noProof="0" dirty="0"/>
        </a:p>
      </dsp:txBody>
      <dsp:txXfrm>
        <a:off x="6192" y="0"/>
        <a:ext cx="2172918" cy="1426312"/>
      </dsp:txXfrm>
    </dsp:sp>
    <dsp:sp modelId="{411DFBE7-5865-4062-876B-12792ADEB2E0}">
      <dsp:nvSpPr>
        <dsp:cNvPr id="0" name=""/>
        <dsp:cNvSpPr/>
      </dsp:nvSpPr>
      <dsp:spPr>
        <a:xfrm>
          <a:off x="2342079" y="0"/>
          <a:ext cx="2172918" cy="4754376"/>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fr-FR" sz="1300" kern="1200" noProof="0" dirty="0"/>
            <a:t>Créer des échantillons de tests réalistes</a:t>
          </a:r>
        </a:p>
      </dsp:txBody>
      <dsp:txXfrm>
        <a:off x="2342079" y="0"/>
        <a:ext cx="2172918" cy="1426312"/>
      </dsp:txXfrm>
    </dsp:sp>
    <dsp:sp modelId="{06089AD4-85A9-44FC-9595-F769D8388E70}">
      <dsp:nvSpPr>
        <dsp:cNvPr id="0" name=""/>
        <dsp:cNvSpPr/>
      </dsp:nvSpPr>
      <dsp:spPr>
        <a:xfrm>
          <a:off x="2588906" y="1325562"/>
          <a:ext cx="1738335" cy="1433509"/>
        </a:xfrm>
        <a:prstGeom prst="roundRect">
          <a:avLst>
            <a:gd name="adj" fmla="val 10000"/>
          </a:avLst>
        </a:prstGeom>
        <a:solidFill>
          <a:srgbClr val="0000F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7145" rIns="22860" bIns="17145" numCol="1" spcCol="1270" anchor="ctr" anchorCtr="0">
          <a:noAutofit/>
        </a:bodyPr>
        <a:lstStyle/>
        <a:p>
          <a:pPr marL="0" lvl="0" indent="0" algn="l" defTabSz="400050">
            <a:lnSpc>
              <a:spcPct val="90000"/>
            </a:lnSpc>
            <a:spcBef>
              <a:spcPct val="0"/>
            </a:spcBef>
            <a:spcAft>
              <a:spcPct val="35000"/>
            </a:spcAft>
            <a:buFont typeface="Arial" panose="020B0604020202020204" pitchFamily="34" charset="0"/>
            <a:buNone/>
          </a:pPr>
          <a:r>
            <a:rPr lang="fr-FR" sz="900" kern="1200" noProof="0" dirty="0"/>
            <a:t>Définir un fichier/format d’import que les utilisateurs imprimeront</a:t>
          </a:r>
        </a:p>
        <a:p>
          <a:pPr marL="0" lvl="0" indent="0" algn="l" defTabSz="400050">
            <a:lnSpc>
              <a:spcPct val="90000"/>
            </a:lnSpc>
            <a:spcBef>
              <a:spcPct val="0"/>
            </a:spcBef>
            <a:spcAft>
              <a:spcPct val="35000"/>
            </a:spcAft>
            <a:buFont typeface="Arial" panose="020B0604020202020204" pitchFamily="34" charset="0"/>
            <a:buNone/>
          </a:pPr>
          <a:endParaRPr lang="fr-FR" sz="900" kern="1200" noProof="0" dirty="0"/>
        </a:p>
        <a:p>
          <a:pPr marL="0" lvl="0" indent="0" algn="l" defTabSz="400050">
            <a:lnSpc>
              <a:spcPct val="90000"/>
            </a:lnSpc>
            <a:spcBef>
              <a:spcPct val="0"/>
            </a:spcBef>
            <a:spcAft>
              <a:spcPct val="35000"/>
            </a:spcAft>
            <a:buFont typeface="Arial" panose="020B0604020202020204" pitchFamily="34" charset="0"/>
            <a:buNone/>
          </a:pPr>
          <a:r>
            <a:rPr lang="fr-FR" sz="900" kern="1200" noProof="0" dirty="0"/>
            <a:t>Remplir ce fichier avec des écritures plus ou moins difficiles</a:t>
          </a:r>
        </a:p>
        <a:p>
          <a:pPr marL="0" lvl="0" indent="0" algn="l" defTabSz="400050">
            <a:lnSpc>
              <a:spcPct val="90000"/>
            </a:lnSpc>
            <a:spcBef>
              <a:spcPct val="0"/>
            </a:spcBef>
            <a:spcAft>
              <a:spcPct val="35000"/>
            </a:spcAft>
            <a:buFont typeface="Arial" panose="020B0604020202020204" pitchFamily="34" charset="0"/>
            <a:buNone/>
          </a:pPr>
          <a:endParaRPr lang="fr-FR" sz="900" kern="1200" noProof="0" dirty="0"/>
        </a:p>
        <a:p>
          <a:pPr marL="0" lvl="0" indent="0" algn="l" defTabSz="400050">
            <a:lnSpc>
              <a:spcPct val="90000"/>
            </a:lnSpc>
            <a:spcBef>
              <a:spcPct val="0"/>
            </a:spcBef>
            <a:spcAft>
              <a:spcPct val="35000"/>
            </a:spcAft>
            <a:buFont typeface="Arial" panose="020B0604020202020204" pitchFamily="34" charset="0"/>
            <a:buNone/>
          </a:pPr>
          <a:r>
            <a:rPr lang="fr-FR" sz="900" kern="1200" noProof="0" dirty="0"/>
            <a:t>Scanner les échantillons  en variant la qualité</a:t>
          </a:r>
        </a:p>
      </dsp:txBody>
      <dsp:txXfrm>
        <a:off x="2630892" y="1367548"/>
        <a:ext cx="1654363" cy="1349537"/>
      </dsp:txXfrm>
    </dsp:sp>
    <dsp:sp modelId="{B424629A-468B-4E05-8B11-563902337E2E}">
      <dsp:nvSpPr>
        <dsp:cNvPr id="0" name=""/>
        <dsp:cNvSpPr/>
      </dsp:nvSpPr>
      <dsp:spPr>
        <a:xfrm>
          <a:off x="2588906" y="2979611"/>
          <a:ext cx="1738335" cy="1433509"/>
        </a:xfrm>
        <a:prstGeom prst="roundRect">
          <a:avLst>
            <a:gd name="adj" fmla="val 10000"/>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7145" rIns="22860" bIns="17145" numCol="1" spcCol="1270" anchor="ctr" anchorCtr="0">
          <a:noAutofit/>
        </a:bodyPr>
        <a:lstStyle/>
        <a:p>
          <a:pPr marL="0" lvl="0" indent="0" algn="l" defTabSz="400050">
            <a:lnSpc>
              <a:spcPct val="90000"/>
            </a:lnSpc>
            <a:spcBef>
              <a:spcPct val="0"/>
            </a:spcBef>
            <a:spcAft>
              <a:spcPct val="35000"/>
            </a:spcAft>
            <a:buFont typeface="Arial" panose="020B0604020202020204" pitchFamily="34" charset="0"/>
            <a:buNone/>
          </a:pPr>
          <a:r>
            <a:rPr lang="fr-FR" sz="900" kern="1200" noProof="0" dirty="0"/>
            <a:t>Définir un format d’import que les utilisateurs diront (« créer … »)</a:t>
          </a:r>
        </a:p>
        <a:p>
          <a:pPr marL="0" lvl="0" indent="0" algn="l" defTabSz="400050">
            <a:lnSpc>
              <a:spcPct val="90000"/>
            </a:lnSpc>
            <a:spcBef>
              <a:spcPct val="0"/>
            </a:spcBef>
            <a:spcAft>
              <a:spcPct val="35000"/>
            </a:spcAft>
            <a:buFont typeface="Arial" panose="020B0604020202020204" pitchFamily="34" charset="0"/>
            <a:buNone/>
          </a:pPr>
          <a:endParaRPr lang="fr-FR" sz="900" kern="1200" noProof="0" dirty="0"/>
        </a:p>
        <a:p>
          <a:pPr marL="0" lvl="0" indent="0" algn="l" defTabSz="400050">
            <a:lnSpc>
              <a:spcPct val="90000"/>
            </a:lnSpc>
            <a:spcBef>
              <a:spcPct val="0"/>
            </a:spcBef>
            <a:spcAft>
              <a:spcPct val="35000"/>
            </a:spcAft>
            <a:buFont typeface="Arial" panose="020B0604020202020204" pitchFamily="34" charset="0"/>
            <a:buNone/>
          </a:pPr>
          <a:r>
            <a:rPr lang="fr-FR" sz="900" kern="1200" noProof="0" dirty="0"/>
            <a:t>Enregistrer des échantillons en variant le rythme et la qualité de la diction</a:t>
          </a:r>
        </a:p>
      </dsp:txBody>
      <dsp:txXfrm>
        <a:off x="2630892" y="3021597"/>
        <a:ext cx="1654363" cy="1349537"/>
      </dsp:txXfrm>
    </dsp:sp>
    <dsp:sp modelId="{25AE87F9-CAC0-4B8D-BDD8-A5580B4F7B39}">
      <dsp:nvSpPr>
        <dsp:cNvPr id="0" name=""/>
        <dsp:cNvSpPr/>
      </dsp:nvSpPr>
      <dsp:spPr>
        <a:xfrm>
          <a:off x="4677967" y="0"/>
          <a:ext cx="2172918" cy="4754376"/>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fr-FR" sz="1300" kern="1200" noProof="0" dirty="0"/>
            <a:t>Tester les outils existants et les comparer</a:t>
          </a:r>
        </a:p>
      </dsp:txBody>
      <dsp:txXfrm>
        <a:off x="4677967" y="0"/>
        <a:ext cx="2172918" cy="1426312"/>
      </dsp:txXfrm>
    </dsp:sp>
    <dsp:sp modelId="{914A4704-217A-4004-9DE1-BEAE23C48117}">
      <dsp:nvSpPr>
        <dsp:cNvPr id="0" name=""/>
        <dsp:cNvSpPr/>
      </dsp:nvSpPr>
      <dsp:spPr>
        <a:xfrm>
          <a:off x="4924793" y="1325562"/>
          <a:ext cx="1738335" cy="1433509"/>
        </a:xfrm>
        <a:prstGeom prst="roundRect">
          <a:avLst>
            <a:gd name="adj" fmla="val 10000"/>
          </a:avLst>
        </a:prstGeom>
        <a:solidFill>
          <a:srgbClr val="0000F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7145" rIns="22860" bIns="17145" numCol="1" spcCol="1270" anchor="ctr" anchorCtr="0">
          <a:noAutofit/>
        </a:bodyPr>
        <a:lstStyle/>
        <a:p>
          <a:pPr marL="0" lvl="0" indent="0" algn="l" defTabSz="400050">
            <a:lnSpc>
              <a:spcPct val="90000"/>
            </a:lnSpc>
            <a:spcBef>
              <a:spcPct val="0"/>
            </a:spcBef>
            <a:spcAft>
              <a:spcPct val="35000"/>
            </a:spcAft>
            <a:buNone/>
          </a:pPr>
          <a:r>
            <a:rPr lang="fr-FR" sz="900" kern="1200" noProof="0" dirty="0"/>
            <a:t>Import d’image (jpg, png ou base 64)</a:t>
          </a:r>
        </a:p>
        <a:p>
          <a:pPr marL="0" lvl="0" indent="0" algn="l" defTabSz="400050">
            <a:lnSpc>
              <a:spcPct val="90000"/>
            </a:lnSpc>
            <a:spcBef>
              <a:spcPct val="0"/>
            </a:spcBef>
            <a:spcAft>
              <a:spcPct val="35000"/>
            </a:spcAft>
            <a:buNone/>
          </a:pPr>
          <a:endParaRPr lang="fr-FR" sz="900" kern="1200" noProof="0" dirty="0"/>
        </a:p>
        <a:p>
          <a:pPr marL="0" lvl="0" indent="0" algn="l" defTabSz="400050">
            <a:lnSpc>
              <a:spcPct val="90000"/>
            </a:lnSpc>
            <a:spcBef>
              <a:spcPct val="0"/>
            </a:spcBef>
            <a:spcAft>
              <a:spcPct val="35000"/>
            </a:spcAft>
            <a:buNone/>
          </a:pPr>
          <a:r>
            <a:rPr lang="fr-FR" sz="900" kern="1200" noProof="0" dirty="0"/>
            <a:t>Traitement de l’image : définition des zones ou recherche dynamique (si le temps)</a:t>
          </a:r>
        </a:p>
        <a:p>
          <a:pPr marL="0" lvl="0" indent="0" algn="l" defTabSz="400050">
            <a:lnSpc>
              <a:spcPct val="90000"/>
            </a:lnSpc>
            <a:spcBef>
              <a:spcPct val="0"/>
            </a:spcBef>
            <a:spcAft>
              <a:spcPct val="35000"/>
            </a:spcAft>
            <a:buNone/>
          </a:pPr>
          <a:endParaRPr lang="fr-FR" sz="900" kern="1200" noProof="0" dirty="0"/>
        </a:p>
        <a:p>
          <a:pPr marL="0" lvl="0" indent="0" algn="l" defTabSz="400050">
            <a:lnSpc>
              <a:spcPct val="90000"/>
            </a:lnSpc>
            <a:spcBef>
              <a:spcPct val="0"/>
            </a:spcBef>
            <a:spcAft>
              <a:spcPct val="35000"/>
            </a:spcAft>
            <a:buNone/>
          </a:pPr>
          <a:r>
            <a:rPr lang="fr-FR" sz="900" kern="1200" noProof="0" dirty="0"/>
            <a:t>Format de l’output : </a:t>
          </a:r>
          <a:r>
            <a:rPr lang="fr-FR" sz="900" kern="1200" noProof="0" dirty="0" err="1"/>
            <a:t>json</a:t>
          </a:r>
          <a:endParaRPr lang="fr-FR" sz="900" kern="1200" noProof="0" dirty="0"/>
        </a:p>
      </dsp:txBody>
      <dsp:txXfrm>
        <a:off x="4966779" y="1367548"/>
        <a:ext cx="1654363" cy="1349537"/>
      </dsp:txXfrm>
    </dsp:sp>
    <dsp:sp modelId="{0EE8BE24-A25D-4661-83F7-7891850D9744}">
      <dsp:nvSpPr>
        <dsp:cNvPr id="0" name=""/>
        <dsp:cNvSpPr/>
      </dsp:nvSpPr>
      <dsp:spPr>
        <a:xfrm>
          <a:off x="4924793" y="2979611"/>
          <a:ext cx="1738335" cy="1433509"/>
        </a:xfrm>
        <a:prstGeom prst="roundRect">
          <a:avLst>
            <a:gd name="adj" fmla="val 10000"/>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7145" rIns="22860" bIns="17145" numCol="1" spcCol="1270" anchor="ctr" anchorCtr="0">
          <a:noAutofit/>
        </a:bodyPr>
        <a:lstStyle/>
        <a:p>
          <a:pPr marL="0" lvl="0" indent="0" algn="l" defTabSz="400050">
            <a:lnSpc>
              <a:spcPct val="90000"/>
            </a:lnSpc>
            <a:spcBef>
              <a:spcPct val="0"/>
            </a:spcBef>
            <a:spcAft>
              <a:spcPct val="35000"/>
            </a:spcAft>
            <a:buNone/>
          </a:pPr>
          <a:r>
            <a:rPr lang="fr-FR" sz="900" kern="1200" noProof="0" dirty="0"/>
            <a:t>Import de la piste son</a:t>
          </a:r>
        </a:p>
        <a:p>
          <a:pPr marL="0" lvl="0" indent="0" algn="l" defTabSz="400050">
            <a:lnSpc>
              <a:spcPct val="90000"/>
            </a:lnSpc>
            <a:spcBef>
              <a:spcPct val="0"/>
            </a:spcBef>
            <a:spcAft>
              <a:spcPct val="35000"/>
            </a:spcAft>
            <a:buNone/>
          </a:pPr>
          <a:endParaRPr lang="fr-FR" sz="900" kern="1200" noProof="0" dirty="0"/>
        </a:p>
        <a:p>
          <a:pPr marL="0" lvl="0" indent="0" algn="l" defTabSz="400050">
            <a:lnSpc>
              <a:spcPct val="90000"/>
            </a:lnSpc>
            <a:spcBef>
              <a:spcPct val="0"/>
            </a:spcBef>
            <a:spcAft>
              <a:spcPct val="35000"/>
            </a:spcAft>
            <a:buNone/>
          </a:pPr>
          <a:r>
            <a:rPr lang="fr-FR" sz="900" kern="1200" noProof="0" dirty="0"/>
            <a:t>Traitement de la piste son et nettoyage des possibles de bruits parasites (si le temps)</a:t>
          </a:r>
        </a:p>
        <a:p>
          <a:pPr marL="0" lvl="0" indent="0" algn="l" defTabSz="400050">
            <a:lnSpc>
              <a:spcPct val="90000"/>
            </a:lnSpc>
            <a:spcBef>
              <a:spcPct val="0"/>
            </a:spcBef>
            <a:spcAft>
              <a:spcPct val="35000"/>
            </a:spcAft>
            <a:buNone/>
          </a:pPr>
          <a:endParaRPr lang="fr-FR" sz="900" kern="1200" noProof="0" dirty="0"/>
        </a:p>
        <a:p>
          <a:pPr marL="0" lvl="0" indent="0" algn="l" defTabSz="400050">
            <a:lnSpc>
              <a:spcPct val="90000"/>
            </a:lnSpc>
            <a:spcBef>
              <a:spcPct val="0"/>
            </a:spcBef>
            <a:spcAft>
              <a:spcPct val="35000"/>
            </a:spcAft>
            <a:buNone/>
          </a:pPr>
          <a:r>
            <a:rPr lang="fr-FR" sz="900" kern="1200" noProof="0" dirty="0"/>
            <a:t>Format de l’output : </a:t>
          </a:r>
          <a:r>
            <a:rPr lang="fr-FR" sz="900" kern="1200" noProof="0" dirty="0" err="1"/>
            <a:t>json</a:t>
          </a:r>
          <a:endParaRPr lang="fr-FR" sz="900" kern="1200" noProof="0" dirty="0"/>
        </a:p>
      </dsp:txBody>
      <dsp:txXfrm>
        <a:off x="4966779" y="3021597"/>
        <a:ext cx="1654363" cy="1349537"/>
      </dsp:txXfrm>
    </dsp:sp>
    <dsp:sp modelId="{6CA895C4-1CFC-4DD6-8803-6F317B0A557B}">
      <dsp:nvSpPr>
        <dsp:cNvPr id="0" name=""/>
        <dsp:cNvSpPr/>
      </dsp:nvSpPr>
      <dsp:spPr>
        <a:xfrm>
          <a:off x="7013855" y="0"/>
          <a:ext cx="2172918" cy="4754376"/>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fr-FR" sz="1300" kern="1200" noProof="0" dirty="0"/>
            <a:t>Packaging du meilleur outil / process dans une API simple et minimaliste</a:t>
          </a:r>
        </a:p>
      </dsp:txBody>
      <dsp:txXfrm>
        <a:off x="7013855" y="0"/>
        <a:ext cx="2172918" cy="1426312"/>
      </dsp:txXfrm>
    </dsp:sp>
    <dsp:sp modelId="{80D842FB-2F1A-413D-BE50-63AFA2DEA9D8}">
      <dsp:nvSpPr>
        <dsp:cNvPr id="0" name=""/>
        <dsp:cNvSpPr/>
      </dsp:nvSpPr>
      <dsp:spPr>
        <a:xfrm>
          <a:off x="9349742" y="0"/>
          <a:ext cx="2172918" cy="4754376"/>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fr-FR" sz="1300" kern="1200" noProof="0" dirty="0"/>
            <a:t>Implémentation et liaison avec l’application smartphone</a:t>
          </a:r>
        </a:p>
        <a:p>
          <a:pPr marL="0" lvl="0" indent="0" algn="ctr" defTabSz="577850">
            <a:lnSpc>
              <a:spcPct val="90000"/>
            </a:lnSpc>
            <a:spcBef>
              <a:spcPct val="0"/>
            </a:spcBef>
            <a:spcAft>
              <a:spcPct val="35000"/>
            </a:spcAft>
            <a:buNone/>
          </a:pPr>
          <a:r>
            <a:rPr lang="fr-FR" sz="1300" kern="1200" noProof="0" dirty="0"/>
            <a:t>Environnement local</a:t>
          </a:r>
        </a:p>
        <a:p>
          <a:pPr marL="0" lvl="0" indent="0" algn="ctr" defTabSz="577850">
            <a:lnSpc>
              <a:spcPct val="90000"/>
            </a:lnSpc>
            <a:spcBef>
              <a:spcPct val="0"/>
            </a:spcBef>
            <a:spcAft>
              <a:spcPct val="35000"/>
            </a:spcAft>
            <a:buNone/>
          </a:pPr>
          <a:r>
            <a:rPr lang="fr-FR" sz="1300" kern="1200" noProof="0" dirty="0"/>
            <a:t>Demande de droits d’utiliser caméra et micro</a:t>
          </a:r>
        </a:p>
      </dsp:txBody>
      <dsp:txXfrm>
        <a:off x="9349742" y="0"/>
        <a:ext cx="2172918" cy="1426312"/>
      </dsp:txXfrm>
    </dsp:sp>
    <dsp:sp modelId="{E84B479B-722D-4E74-9EDA-C43A123FCCA1}">
      <dsp:nvSpPr>
        <dsp:cNvPr id="0" name=""/>
        <dsp:cNvSpPr/>
      </dsp:nvSpPr>
      <dsp:spPr>
        <a:xfrm>
          <a:off x="9567034" y="1427705"/>
          <a:ext cx="1738335" cy="1433509"/>
        </a:xfrm>
        <a:prstGeom prst="roundRect">
          <a:avLst>
            <a:gd name="adj" fmla="val 10000"/>
          </a:avLst>
        </a:prstGeom>
        <a:solidFill>
          <a:srgbClr val="0000F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7145" rIns="22860" bIns="17145" numCol="1" spcCol="1270" anchor="ctr" anchorCtr="0">
          <a:noAutofit/>
        </a:bodyPr>
        <a:lstStyle/>
        <a:p>
          <a:pPr marL="0" lvl="0" indent="0" algn="l" defTabSz="400050">
            <a:lnSpc>
              <a:spcPct val="90000"/>
            </a:lnSpc>
            <a:spcBef>
              <a:spcPct val="0"/>
            </a:spcBef>
            <a:spcAft>
              <a:spcPct val="35000"/>
            </a:spcAft>
            <a:buNone/>
          </a:pPr>
          <a:r>
            <a:rPr lang="fr-FR" sz="900" kern="1200" noProof="0" dirty="0"/>
            <a:t>Bouton de récupération du fichier/format</a:t>
          </a:r>
        </a:p>
        <a:p>
          <a:pPr marL="0" lvl="0" indent="0" algn="l" defTabSz="400050">
            <a:lnSpc>
              <a:spcPct val="90000"/>
            </a:lnSpc>
            <a:spcBef>
              <a:spcPct val="0"/>
            </a:spcBef>
            <a:spcAft>
              <a:spcPct val="35000"/>
            </a:spcAft>
            <a:buNone/>
          </a:pPr>
          <a:endParaRPr lang="fr-FR" sz="900" kern="1200" noProof="0" dirty="0"/>
        </a:p>
        <a:p>
          <a:pPr marL="0" lvl="0" indent="0" algn="l" defTabSz="400050">
            <a:lnSpc>
              <a:spcPct val="90000"/>
            </a:lnSpc>
            <a:spcBef>
              <a:spcPct val="0"/>
            </a:spcBef>
            <a:spcAft>
              <a:spcPct val="35000"/>
            </a:spcAft>
            <a:buNone/>
          </a:pPr>
          <a:r>
            <a:rPr lang="fr-FR" sz="900" kern="1200" noProof="0" dirty="0"/>
            <a:t>Bouton d’import, prendre la photo</a:t>
          </a:r>
        </a:p>
        <a:p>
          <a:pPr marL="0" lvl="0" indent="0" algn="l" defTabSz="400050">
            <a:lnSpc>
              <a:spcPct val="90000"/>
            </a:lnSpc>
            <a:spcBef>
              <a:spcPct val="0"/>
            </a:spcBef>
            <a:spcAft>
              <a:spcPct val="35000"/>
            </a:spcAft>
            <a:buNone/>
          </a:pPr>
          <a:endParaRPr lang="fr-FR" sz="900" kern="1200" noProof="0" dirty="0"/>
        </a:p>
        <a:p>
          <a:pPr marL="0" lvl="0" indent="0" algn="l" defTabSz="400050">
            <a:lnSpc>
              <a:spcPct val="90000"/>
            </a:lnSpc>
            <a:spcBef>
              <a:spcPct val="0"/>
            </a:spcBef>
            <a:spcAft>
              <a:spcPct val="35000"/>
            </a:spcAft>
            <a:buNone/>
          </a:pPr>
          <a:r>
            <a:rPr lang="fr-FR" sz="900" kern="1200" noProof="0" dirty="0"/>
            <a:t>Visualisation des données dans le formulaire existant</a:t>
          </a:r>
        </a:p>
      </dsp:txBody>
      <dsp:txXfrm>
        <a:off x="9609020" y="1469691"/>
        <a:ext cx="1654363" cy="1349537"/>
      </dsp:txXfrm>
    </dsp:sp>
    <dsp:sp modelId="{2CF7EB01-6FB9-428C-8A7F-14FE3466ABFD}">
      <dsp:nvSpPr>
        <dsp:cNvPr id="0" name=""/>
        <dsp:cNvSpPr/>
      </dsp:nvSpPr>
      <dsp:spPr>
        <a:xfrm>
          <a:off x="9567034" y="2979611"/>
          <a:ext cx="1738335" cy="1433509"/>
        </a:xfrm>
        <a:prstGeom prst="roundRect">
          <a:avLst>
            <a:gd name="adj" fmla="val 10000"/>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7145" rIns="22860" bIns="17145" numCol="1" spcCol="1270" anchor="ctr" anchorCtr="0">
          <a:noAutofit/>
        </a:bodyPr>
        <a:lstStyle/>
        <a:p>
          <a:pPr marL="0" lvl="0" indent="0" algn="l" defTabSz="400050">
            <a:lnSpc>
              <a:spcPct val="90000"/>
            </a:lnSpc>
            <a:spcBef>
              <a:spcPct val="0"/>
            </a:spcBef>
            <a:spcAft>
              <a:spcPct val="35000"/>
            </a:spcAft>
            <a:buNone/>
          </a:pPr>
          <a:r>
            <a:rPr lang="fr-FR" sz="900" kern="1200" noProof="0" dirty="0"/>
            <a:t>Bouton d’explication du format</a:t>
          </a:r>
        </a:p>
        <a:p>
          <a:pPr marL="0" lvl="0" indent="0" algn="l" defTabSz="400050">
            <a:lnSpc>
              <a:spcPct val="90000"/>
            </a:lnSpc>
            <a:spcBef>
              <a:spcPct val="0"/>
            </a:spcBef>
            <a:spcAft>
              <a:spcPct val="35000"/>
            </a:spcAft>
            <a:buNone/>
          </a:pPr>
          <a:endParaRPr lang="fr-FR" sz="900" kern="1200" noProof="0" dirty="0"/>
        </a:p>
        <a:p>
          <a:pPr marL="0" lvl="0" indent="0" algn="l" defTabSz="400050">
            <a:lnSpc>
              <a:spcPct val="90000"/>
            </a:lnSpc>
            <a:spcBef>
              <a:spcPct val="0"/>
            </a:spcBef>
            <a:spcAft>
              <a:spcPct val="35000"/>
            </a:spcAft>
            <a:buNone/>
          </a:pPr>
          <a:r>
            <a:rPr lang="fr-FR" sz="900" kern="1200" noProof="0" dirty="0"/>
            <a:t>Bouton de lancement d’écoute</a:t>
          </a:r>
        </a:p>
        <a:p>
          <a:pPr marL="0" lvl="0" indent="0" algn="l" defTabSz="400050">
            <a:lnSpc>
              <a:spcPct val="90000"/>
            </a:lnSpc>
            <a:spcBef>
              <a:spcPct val="0"/>
            </a:spcBef>
            <a:spcAft>
              <a:spcPct val="35000"/>
            </a:spcAft>
            <a:buNone/>
          </a:pPr>
          <a:endParaRPr lang="fr-FR" sz="900" kern="1200" noProof="0" dirty="0"/>
        </a:p>
        <a:p>
          <a:pPr marL="0" lvl="0" indent="0" algn="l" defTabSz="400050">
            <a:lnSpc>
              <a:spcPct val="90000"/>
            </a:lnSpc>
            <a:spcBef>
              <a:spcPct val="0"/>
            </a:spcBef>
            <a:spcAft>
              <a:spcPct val="35000"/>
            </a:spcAft>
            <a:buNone/>
          </a:pPr>
          <a:r>
            <a:rPr lang="fr-FR" sz="900" kern="1200" noProof="0" dirty="0"/>
            <a:t>Visualisation des données dans le formulaire existant</a:t>
          </a:r>
        </a:p>
      </dsp:txBody>
      <dsp:txXfrm>
        <a:off x="9609020" y="3021597"/>
        <a:ext cx="1654363" cy="1349537"/>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FED00B-1509-4753-B716-6A8FFD2A444A}" type="datetimeFigureOut">
              <a:rPr lang="en-GB" smtClean="0"/>
              <a:t>17/08/2025</a:t>
            </a:fld>
            <a:endParaRPr lang="en-GB"/>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7D0D50-059F-4817-B73A-DC1FA8C7757C}" type="slidenum">
              <a:rPr lang="en-GB" smtClean="0"/>
              <a:t>‹N°›</a:t>
            </a:fld>
            <a:endParaRPr lang="en-GB"/>
          </a:p>
        </p:txBody>
      </p:sp>
    </p:spTree>
    <p:extLst>
      <p:ext uri="{BB962C8B-B14F-4D97-AF65-F5344CB8AC3E}">
        <p14:creationId xmlns:p14="http://schemas.microsoft.com/office/powerpoint/2010/main" val="17436769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GB" dirty="0"/>
          </a:p>
        </p:txBody>
      </p:sp>
      <p:sp>
        <p:nvSpPr>
          <p:cNvPr id="4" name="Espace réservé du numéro de diapositive 3"/>
          <p:cNvSpPr>
            <a:spLocks noGrp="1"/>
          </p:cNvSpPr>
          <p:nvPr>
            <p:ph type="sldNum" sz="quarter" idx="5"/>
          </p:nvPr>
        </p:nvSpPr>
        <p:spPr/>
        <p:txBody>
          <a:bodyPr/>
          <a:lstStyle/>
          <a:p>
            <a:fld id="{827D0D50-059F-4817-B73A-DC1FA8C7757C}" type="slidenum">
              <a:rPr lang="en-GB" smtClean="0"/>
              <a:t>3</a:t>
            </a:fld>
            <a:endParaRPr lang="en-GB"/>
          </a:p>
        </p:txBody>
      </p:sp>
    </p:spTree>
    <p:extLst>
      <p:ext uri="{BB962C8B-B14F-4D97-AF65-F5344CB8AC3E}">
        <p14:creationId xmlns:p14="http://schemas.microsoft.com/office/powerpoint/2010/main" val="21190280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33848-84B5-48A9-344C-89E7231F57F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4823BB8-4BFD-4082-AF5D-2B713052765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754F96B-9823-4D46-9142-DE00C2E6B3B0}"/>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D496E284-8624-54F7-73B1-75BFF5921D29}"/>
              </a:ext>
            </a:extLst>
          </p:cNvPr>
          <p:cNvSpPr>
            <a:spLocks noGrp="1"/>
          </p:cNvSpPr>
          <p:nvPr>
            <p:ph type="sldNum" sz="quarter" idx="5"/>
          </p:nvPr>
        </p:nvSpPr>
        <p:spPr/>
        <p:txBody>
          <a:bodyPr/>
          <a:lstStyle/>
          <a:p>
            <a:fld id="{827D0D50-059F-4817-B73A-DC1FA8C7757C}" type="slidenum">
              <a:rPr lang="en-GB" smtClean="0"/>
              <a:t>5</a:t>
            </a:fld>
            <a:endParaRPr lang="en-GB"/>
          </a:p>
        </p:txBody>
      </p:sp>
    </p:spTree>
    <p:extLst>
      <p:ext uri="{BB962C8B-B14F-4D97-AF65-F5344CB8AC3E}">
        <p14:creationId xmlns:p14="http://schemas.microsoft.com/office/powerpoint/2010/main" val="7402025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GB" dirty="0"/>
          </a:p>
        </p:txBody>
      </p:sp>
      <p:sp>
        <p:nvSpPr>
          <p:cNvPr id="4" name="Espace réservé du numéro de diapositive 3"/>
          <p:cNvSpPr>
            <a:spLocks noGrp="1"/>
          </p:cNvSpPr>
          <p:nvPr>
            <p:ph type="sldNum" sz="quarter" idx="5"/>
          </p:nvPr>
        </p:nvSpPr>
        <p:spPr/>
        <p:txBody>
          <a:bodyPr/>
          <a:lstStyle/>
          <a:p>
            <a:fld id="{827D0D50-059F-4817-B73A-DC1FA8C7757C}" type="slidenum">
              <a:rPr lang="en-GB" smtClean="0"/>
              <a:t>6</a:t>
            </a:fld>
            <a:endParaRPr lang="en-GB"/>
          </a:p>
        </p:txBody>
      </p:sp>
    </p:spTree>
    <p:extLst>
      <p:ext uri="{BB962C8B-B14F-4D97-AF65-F5344CB8AC3E}">
        <p14:creationId xmlns:p14="http://schemas.microsoft.com/office/powerpoint/2010/main" val="18963017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F51E3-E41B-0ABE-6A09-01957A07BBE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FC81536-2FE2-6B82-9630-C74CF38C403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3382986-C39A-723C-1C43-63D9CD6760BF}"/>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D7406C6C-FB6B-5B12-E944-E57B708C1D02}"/>
              </a:ext>
            </a:extLst>
          </p:cNvPr>
          <p:cNvSpPr>
            <a:spLocks noGrp="1"/>
          </p:cNvSpPr>
          <p:nvPr>
            <p:ph type="sldNum" sz="quarter" idx="5"/>
          </p:nvPr>
        </p:nvSpPr>
        <p:spPr/>
        <p:txBody>
          <a:bodyPr/>
          <a:lstStyle/>
          <a:p>
            <a:fld id="{827D0D50-059F-4817-B73A-DC1FA8C7757C}" type="slidenum">
              <a:rPr lang="en-GB" smtClean="0"/>
              <a:t>7</a:t>
            </a:fld>
            <a:endParaRPr lang="en-GB"/>
          </a:p>
        </p:txBody>
      </p:sp>
    </p:spTree>
    <p:extLst>
      <p:ext uri="{BB962C8B-B14F-4D97-AF65-F5344CB8AC3E}">
        <p14:creationId xmlns:p14="http://schemas.microsoft.com/office/powerpoint/2010/main" val="20291385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F7775-9DF1-3702-E26E-8412E0ED9B9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54A7715-CFD9-C113-1697-BEA814A7587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DFD76ED-9B0D-F09C-95CF-5060D32BDE4B}"/>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D4529B17-4865-48A4-CCEC-CDE1471E0401}"/>
              </a:ext>
            </a:extLst>
          </p:cNvPr>
          <p:cNvSpPr>
            <a:spLocks noGrp="1"/>
          </p:cNvSpPr>
          <p:nvPr>
            <p:ph type="sldNum" sz="quarter" idx="5"/>
          </p:nvPr>
        </p:nvSpPr>
        <p:spPr/>
        <p:txBody>
          <a:bodyPr/>
          <a:lstStyle/>
          <a:p>
            <a:fld id="{827D0D50-059F-4817-B73A-DC1FA8C7757C}" type="slidenum">
              <a:rPr lang="en-GB" smtClean="0"/>
              <a:t>8</a:t>
            </a:fld>
            <a:endParaRPr lang="en-GB"/>
          </a:p>
        </p:txBody>
      </p:sp>
    </p:spTree>
    <p:extLst>
      <p:ext uri="{BB962C8B-B14F-4D97-AF65-F5344CB8AC3E}">
        <p14:creationId xmlns:p14="http://schemas.microsoft.com/office/powerpoint/2010/main" val="30648949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F5B8A-74CC-B0D9-9DF3-652E16CE3C8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6A06DBA-EAAC-EBEE-5347-699FAF5E30D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B37F4B1-8A07-DBA4-E6A9-B340C459B3BA}"/>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D917E00D-C599-76FD-93EC-239A11B9273B}"/>
              </a:ext>
            </a:extLst>
          </p:cNvPr>
          <p:cNvSpPr>
            <a:spLocks noGrp="1"/>
          </p:cNvSpPr>
          <p:nvPr>
            <p:ph type="sldNum" sz="quarter" idx="5"/>
          </p:nvPr>
        </p:nvSpPr>
        <p:spPr/>
        <p:txBody>
          <a:bodyPr/>
          <a:lstStyle/>
          <a:p>
            <a:fld id="{827D0D50-059F-4817-B73A-DC1FA8C7757C}" type="slidenum">
              <a:rPr lang="en-GB" smtClean="0"/>
              <a:t>9</a:t>
            </a:fld>
            <a:endParaRPr lang="en-GB"/>
          </a:p>
        </p:txBody>
      </p:sp>
    </p:spTree>
    <p:extLst>
      <p:ext uri="{BB962C8B-B14F-4D97-AF65-F5344CB8AC3E}">
        <p14:creationId xmlns:p14="http://schemas.microsoft.com/office/powerpoint/2010/main" val="26479727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09259-978E-3945-1D62-934916E1224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FED5A56-4047-7120-1F2D-1DDA8E91406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5F3DFBE-3BDF-E415-F741-166B752D06B3}"/>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A3732A30-5AEC-838F-38F6-882DA50274A8}"/>
              </a:ext>
            </a:extLst>
          </p:cNvPr>
          <p:cNvSpPr>
            <a:spLocks noGrp="1"/>
          </p:cNvSpPr>
          <p:nvPr>
            <p:ph type="sldNum" sz="quarter" idx="5"/>
          </p:nvPr>
        </p:nvSpPr>
        <p:spPr/>
        <p:txBody>
          <a:bodyPr/>
          <a:lstStyle/>
          <a:p>
            <a:fld id="{827D0D50-059F-4817-B73A-DC1FA8C7757C}" type="slidenum">
              <a:rPr lang="en-GB" smtClean="0"/>
              <a:t>11</a:t>
            </a:fld>
            <a:endParaRPr lang="en-GB"/>
          </a:p>
        </p:txBody>
      </p:sp>
    </p:spTree>
    <p:extLst>
      <p:ext uri="{BB962C8B-B14F-4D97-AF65-F5344CB8AC3E}">
        <p14:creationId xmlns:p14="http://schemas.microsoft.com/office/powerpoint/2010/main" val="321962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17D4F-F7E0-692D-6075-36CDB04D0C8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ABB1DBE-6DE6-56A0-CB39-4577C43ADBC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EB3495F-B6CB-1101-6C8C-89E6E6B9155A}"/>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AB4C8E5D-FC5D-8303-0002-01B3C6E28E29}"/>
              </a:ext>
            </a:extLst>
          </p:cNvPr>
          <p:cNvSpPr>
            <a:spLocks noGrp="1"/>
          </p:cNvSpPr>
          <p:nvPr>
            <p:ph type="sldNum" sz="quarter" idx="5"/>
          </p:nvPr>
        </p:nvSpPr>
        <p:spPr/>
        <p:txBody>
          <a:bodyPr/>
          <a:lstStyle/>
          <a:p>
            <a:fld id="{827D0D50-059F-4817-B73A-DC1FA8C7757C}" type="slidenum">
              <a:rPr lang="en-GB" smtClean="0"/>
              <a:t>12</a:t>
            </a:fld>
            <a:endParaRPr lang="en-GB"/>
          </a:p>
        </p:txBody>
      </p:sp>
    </p:spTree>
    <p:extLst>
      <p:ext uri="{BB962C8B-B14F-4D97-AF65-F5344CB8AC3E}">
        <p14:creationId xmlns:p14="http://schemas.microsoft.com/office/powerpoint/2010/main" val="30892196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D2106-1782-7A26-9EAD-BEB955056A5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5B59F32-F3DA-F7F2-C7AE-6302C64BA42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4485249-959F-5945-5EA5-F653E621F52B}"/>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98EAB9D2-D277-8592-B838-8D864E79CB6B}"/>
              </a:ext>
            </a:extLst>
          </p:cNvPr>
          <p:cNvSpPr>
            <a:spLocks noGrp="1"/>
          </p:cNvSpPr>
          <p:nvPr>
            <p:ph type="sldNum" sz="quarter" idx="5"/>
          </p:nvPr>
        </p:nvSpPr>
        <p:spPr/>
        <p:txBody>
          <a:bodyPr/>
          <a:lstStyle/>
          <a:p>
            <a:fld id="{827D0D50-059F-4817-B73A-DC1FA8C7757C}" type="slidenum">
              <a:rPr lang="en-GB" smtClean="0"/>
              <a:t>13</a:t>
            </a:fld>
            <a:endParaRPr lang="en-GB"/>
          </a:p>
        </p:txBody>
      </p:sp>
    </p:spTree>
    <p:extLst>
      <p:ext uri="{BB962C8B-B14F-4D97-AF65-F5344CB8AC3E}">
        <p14:creationId xmlns:p14="http://schemas.microsoft.com/office/powerpoint/2010/main" val="7184493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GB" dirty="0"/>
          </a:p>
        </p:txBody>
      </p:sp>
      <p:sp>
        <p:nvSpPr>
          <p:cNvPr id="4" name="Espace réservé du numéro de diapositive 3"/>
          <p:cNvSpPr>
            <a:spLocks noGrp="1"/>
          </p:cNvSpPr>
          <p:nvPr>
            <p:ph type="sldNum" sz="quarter" idx="5"/>
          </p:nvPr>
        </p:nvSpPr>
        <p:spPr/>
        <p:txBody>
          <a:bodyPr/>
          <a:lstStyle/>
          <a:p>
            <a:fld id="{827D0D50-059F-4817-B73A-DC1FA8C7757C}" type="slidenum">
              <a:rPr lang="en-GB" smtClean="0"/>
              <a:t>14</a:t>
            </a:fld>
            <a:endParaRPr lang="en-GB"/>
          </a:p>
        </p:txBody>
      </p:sp>
    </p:spTree>
    <p:extLst>
      <p:ext uri="{BB962C8B-B14F-4D97-AF65-F5344CB8AC3E}">
        <p14:creationId xmlns:p14="http://schemas.microsoft.com/office/powerpoint/2010/main" val="39534592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B352497-9E40-2FAB-B39B-53373DFB0637}"/>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GB"/>
          </a:p>
        </p:txBody>
      </p:sp>
      <p:sp>
        <p:nvSpPr>
          <p:cNvPr id="3" name="Sous-titre 2">
            <a:extLst>
              <a:ext uri="{FF2B5EF4-FFF2-40B4-BE49-F238E27FC236}">
                <a16:creationId xmlns:a16="http://schemas.microsoft.com/office/drawing/2014/main" id="{071B9234-4446-47DE-061B-1F0BD68910B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a:p>
        </p:txBody>
      </p:sp>
      <p:sp>
        <p:nvSpPr>
          <p:cNvPr id="4" name="Espace réservé de la date 3">
            <a:extLst>
              <a:ext uri="{FF2B5EF4-FFF2-40B4-BE49-F238E27FC236}">
                <a16:creationId xmlns:a16="http://schemas.microsoft.com/office/drawing/2014/main" id="{78DDAB87-3453-9185-9672-E2997CAFA93C}"/>
              </a:ext>
            </a:extLst>
          </p:cNvPr>
          <p:cNvSpPr>
            <a:spLocks noGrp="1"/>
          </p:cNvSpPr>
          <p:nvPr>
            <p:ph type="dt" sz="half" idx="10"/>
          </p:nvPr>
        </p:nvSpPr>
        <p:spPr/>
        <p:txBody>
          <a:bodyPr/>
          <a:lstStyle/>
          <a:p>
            <a:fld id="{D2EE889D-D07B-44CC-96F6-7C4F1BAB32B5}" type="datetimeFigureOut">
              <a:rPr lang="en-GB" smtClean="0"/>
              <a:pPr/>
              <a:t>17/08/2025</a:t>
            </a:fld>
            <a:endParaRPr lang="en-GB" dirty="0"/>
          </a:p>
        </p:txBody>
      </p:sp>
      <p:sp>
        <p:nvSpPr>
          <p:cNvPr id="5" name="Espace réservé du pied de page 4">
            <a:extLst>
              <a:ext uri="{FF2B5EF4-FFF2-40B4-BE49-F238E27FC236}">
                <a16:creationId xmlns:a16="http://schemas.microsoft.com/office/drawing/2014/main" id="{5702B2FF-B558-4806-09EB-7CA5573137A6}"/>
              </a:ext>
            </a:extLst>
          </p:cNvPr>
          <p:cNvSpPr>
            <a:spLocks noGrp="1"/>
          </p:cNvSpPr>
          <p:nvPr>
            <p:ph type="ftr" sz="quarter" idx="11"/>
          </p:nvPr>
        </p:nvSpPr>
        <p:spPr/>
        <p:txBody>
          <a:bodyPr/>
          <a:lstStyle/>
          <a:p>
            <a:endParaRPr lang="en-GB"/>
          </a:p>
        </p:txBody>
      </p:sp>
      <p:sp>
        <p:nvSpPr>
          <p:cNvPr id="6" name="Espace réservé du numéro de diapositive 5">
            <a:extLst>
              <a:ext uri="{FF2B5EF4-FFF2-40B4-BE49-F238E27FC236}">
                <a16:creationId xmlns:a16="http://schemas.microsoft.com/office/drawing/2014/main" id="{EB0A238E-B4E3-5CDA-7CE2-BBC5F3C375D7}"/>
              </a:ext>
            </a:extLst>
          </p:cNvPr>
          <p:cNvSpPr>
            <a:spLocks noGrp="1"/>
          </p:cNvSpPr>
          <p:nvPr>
            <p:ph type="sldNum" sz="quarter" idx="12"/>
          </p:nvPr>
        </p:nvSpPr>
        <p:spPr/>
        <p:txBody>
          <a:bodyPr/>
          <a:lstStyle/>
          <a:p>
            <a:fld id="{8531A4B0-8317-4D1A-BB49-F35E83A0B597}" type="slidenum">
              <a:rPr lang="en-GB" smtClean="0"/>
              <a:pPr/>
              <a:t>‹N°›</a:t>
            </a:fld>
            <a:endParaRPr lang="en-GB" dirty="0"/>
          </a:p>
        </p:txBody>
      </p:sp>
    </p:spTree>
    <p:extLst>
      <p:ext uri="{BB962C8B-B14F-4D97-AF65-F5344CB8AC3E}">
        <p14:creationId xmlns:p14="http://schemas.microsoft.com/office/powerpoint/2010/main" val="41198525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BB75658-9584-DB13-7836-06F21949DFC3}"/>
              </a:ext>
            </a:extLst>
          </p:cNvPr>
          <p:cNvSpPr>
            <a:spLocks noGrp="1"/>
          </p:cNvSpPr>
          <p:nvPr>
            <p:ph type="title"/>
          </p:nvPr>
        </p:nvSpPr>
        <p:spPr/>
        <p:txBody>
          <a:bodyPr/>
          <a:lstStyle/>
          <a:p>
            <a:r>
              <a:rPr lang="fr-FR"/>
              <a:t>Modifiez le style du titre</a:t>
            </a:r>
            <a:endParaRPr lang="en-GB"/>
          </a:p>
        </p:txBody>
      </p:sp>
      <p:sp>
        <p:nvSpPr>
          <p:cNvPr id="3" name="Espace réservé du contenu 2">
            <a:extLst>
              <a:ext uri="{FF2B5EF4-FFF2-40B4-BE49-F238E27FC236}">
                <a16:creationId xmlns:a16="http://schemas.microsoft.com/office/drawing/2014/main" id="{97FF319C-0BC0-FC72-8894-A73B4FB855A2}"/>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4" name="Espace réservé de la date 3">
            <a:extLst>
              <a:ext uri="{FF2B5EF4-FFF2-40B4-BE49-F238E27FC236}">
                <a16:creationId xmlns:a16="http://schemas.microsoft.com/office/drawing/2014/main" id="{F2CCFF3E-412A-6BCE-5C27-1CE1AD4317D7}"/>
              </a:ext>
            </a:extLst>
          </p:cNvPr>
          <p:cNvSpPr>
            <a:spLocks noGrp="1"/>
          </p:cNvSpPr>
          <p:nvPr>
            <p:ph type="dt" sz="half" idx="10"/>
          </p:nvPr>
        </p:nvSpPr>
        <p:spPr/>
        <p:txBody>
          <a:bodyPr/>
          <a:lstStyle/>
          <a:p>
            <a:fld id="{D2EE889D-D07B-44CC-96F6-7C4F1BAB32B5}" type="datetimeFigureOut">
              <a:rPr lang="en-GB" smtClean="0"/>
              <a:t>17/08/2025</a:t>
            </a:fld>
            <a:endParaRPr lang="en-GB" dirty="0"/>
          </a:p>
        </p:txBody>
      </p:sp>
      <p:sp>
        <p:nvSpPr>
          <p:cNvPr id="5" name="Espace réservé du pied de page 4">
            <a:extLst>
              <a:ext uri="{FF2B5EF4-FFF2-40B4-BE49-F238E27FC236}">
                <a16:creationId xmlns:a16="http://schemas.microsoft.com/office/drawing/2014/main" id="{704A3F60-6AC1-6628-F5DD-417EFE825402}"/>
              </a:ext>
            </a:extLst>
          </p:cNvPr>
          <p:cNvSpPr>
            <a:spLocks noGrp="1"/>
          </p:cNvSpPr>
          <p:nvPr>
            <p:ph type="ftr" sz="quarter" idx="11"/>
          </p:nvPr>
        </p:nvSpPr>
        <p:spPr/>
        <p:txBody>
          <a:bodyPr/>
          <a:lstStyle/>
          <a:p>
            <a:endParaRPr lang="en-GB"/>
          </a:p>
        </p:txBody>
      </p:sp>
      <p:sp>
        <p:nvSpPr>
          <p:cNvPr id="6" name="Espace réservé du numéro de diapositive 5">
            <a:extLst>
              <a:ext uri="{FF2B5EF4-FFF2-40B4-BE49-F238E27FC236}">
                <a16:creationId xmlns:a16="http://schemas.microsoft.com/office/drawing/2014/main" id="{E51A812D-9FF9-668C-D87E-96D28D9ABE78}"/>
              </a:ext>
            </a:extLst>
          </p:cNvPr>
          <p:cNvSpPr>
            <a:spLocks noGrp="1"/>
          </p:cNvSpPr>
          <p:nvPr>
            <p:ph type="sldNum" sz="quarter" idx="12"/>
          </p:nvPr>
        </p:nvSpPr>
        <p:spPr/>
        <p:txBody>
          <a:bodyPr/>
          <a:lstStyle/>
          <a:p>
            <a:fld id="{8531A4B0-8317-4D1A-BB49-F35E83A0B597}" type="slidenum">
              <a:rPr lang="en-GB" smtClean="0"/>
              <a:t>‹N°›</a:t>
            </a:fld>
            <a:endParaRPr lang="en-GB" dirty="0"/>
          </a:p>
        </p:txBody>
      </p:sp>
    </p:spTree>
    <p:extLst>
      <p:ext uri="{BB962C8B-B14F-4D97-AF65-F5344CB8AC3E}">
        <p14:creationId xmlns:p14="http://schemas.microsoft.com/office/powerpoint/2010/main" val="2479051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426D59-0EEF-1565-8141-50E4AB0EA01E}"/>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GB"/>
          </a:p>
        </p:txBody>
      </p:sp>
      <p:sp>
        <p:nvSpPr>
          <p:cNvPr id="3" name="Espace réservé du texte 2">
            <a:extLst>
              <a:ext uri="{FF2B5EF4-FFF2-40B4-BE49-F238E27FC236}">
                <a16:creationId xmlns:a16="http://schemas.microsoft.com/office/drawing/2014/main" id="{56942E99-B3AB-BA36-F59B-6BC5DC8CE9C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D5A9D71C-FE85-842A-706E-912C9598E5F8}"/>
              </a:ext>
            </a:extLst>
          </p:cNvPr>
          <p:cNvSpPr>
            <a:spLocks noGrp="1"/>
          </p:cNvSpPr>
          <p:nvPr>
            <p:ph type="dt" sz="half" idx="10"/>
          </p:nvPr>
        </p:nvSpPr>
        <p:spPr/>
        <p:txBody>
          <a:bodyPr/>
          <a:lstStyle/>
          <a:p>
            <a:fld id="{D2EE889D-D07B-44CC-96F6-7C4F1BAB32B5}" type="datetimeFigureOut">
              <a:rPr lang="en-GB" smtClean="0"/>
              <a:t>17/08/2025</a:t>
            </a:fld>
            <a:endParaRPr lang="en-GB"/>
          </a:p>
        </p:txBody>
      </p:sp>
      <p:sp>
        <p:nvSpPr>
          <p:cNvPr id="5" name="Espace réservé du pied de page 4">
            <a:extLst>
              <a:ext uri="{FF2B5EF4-FFF2-40B4-BE49-F238E27FC236}">
                <a16:creationId xmlns:a16="http://schemas.microsoft.com/office/drawing/2014/main" id="{ECF50522-3E72-A820-E2A8-76733E73CF7B}"/>
              </a:ext>
            </a:extLst>
          </p:cNvPr>
          <p:cNvSpPr>
            <a:spLocks noGrp="1"/>
          </p:cNvSpPr>
          <p:nvPr>
            <p:ph type="ftr" sz="quarter" idx="11"/>
          </p:nvPr>
        </p:nvSpPr>
        <p:spPr/>
        <p:txBody>
          <a:bodyPr/>
          <a:lstStyle/>
          <a:p>
            <a:endParaRPr lang="en-GB"/>
          </a:p>
        </p:txBody>
      </p:sp>
      <p:sp>
        <p:nvSpPr>
          <p:cNvPr id="6" name="Espace réservé du numéro de diapositive 5">
            <a:extLst>
              <a:ext uri="{FF2B5EF4-FFF2-40B4-BE49-F238E27FC236}">
                <a16:creationId xmlns:a16="http://schemas.microsoft.com/office/drawing/2014/main" id="{D358A1C2-834C-685A-4F97-BB71A30201EB}"/>
              </a:ext>
            </a:extLst>
          </p:cNvPr>
          <p:cNvSpPr>
            <a:spLocks noGrp="1"/>
          </p:cNvSpPr>
          <p:nvPr>
            <p:ph type="sldNum" sz="quarter" idx="12"/>
          </p:nvPr>
        </p:nvSpPr>
        <p:spPr/>
        <p:txBody>
          <a:bodyPr/>
          <a:lstStyle/>
          <a:p>
            <a:fld id="{8531A4B0-8317-4D1A-BB49-F35E83A0B597}" type="slidenum">
              <a:rPr lang="en-GB" smtClean="0"/>
              <a:t>‹N°›</a:t>
            </a:fld>
            <a:endParaRPr lang="en-GB"/>
          </a:p>
        </p:txBody>
      </p:sp>
    </p:spTree>
    <p:extLst>
      <p:ext uri="{BB962C8B-B14F-4D97-AF65-F5344CB8AC3E}">
        <p14:creationId xmlns:p14="http://schemas.microsoft.com/office/powerpoint/2010/main" val="14210356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4123055-FB8D-89F4-A130-A9C3E0BDE39D}"/>
              </a:ext>
            </a:extLst>
          </p:cNvPr>
          <p:cNvSpPr>
            <a:spLocks noGrp="1"/>
          </p:cNvSpPr>
          <p:nvPr>
            <p:ph type="title"/>
          </p:nvPr>
        </p:nvSpPr>
        <p:spPr/>
        <p:txBody>
          <a:bodyPr/>
          <a:lstStyle/>
          <a:p>
            <a:r>
              <a:rPr lang="fr-FR"/>
              <a:t>Modifiez le style du titre</a:t>
            </a:r>
            <a:endParaRPr lang="en-GB"/>
          </a:p>
        </p:txBody>
      </p:sp>
      <p:sp>
        <p:nvSpPr>
          <p:cNvPr id="3" name="Espace réservé du contenu 2">
            <a:extLst>
              <a:ext uri="{FF2B5EF4-FFF2-40B4-BE49-F238E27FC236}">
                <a16:creationId xmlns:a16="http://schemas.microsoft.com/office/drawing/2014/main" id="{0EF7447A-9353-5B75-21F1-850D6081E75B}"/>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4" name="Espace réservé du contenu 3">
            <a:extLst>
              <a:ext uri="{FF2B5EF4-FFF2-40B4-BE49-F238E27FC236}">
                <a16:creationId xmlns:a16="http://schemas.microsoft.com/office/drawing/2014/main" id="{F321A11E-13E0-5AD1-5120-895065CD1BC2}"/>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5" name="Espace réservé de la date 4">
            <a:extLst>
              <a:ext uri="{FF2B5EF4-FFF2-40B4-BE49-F238E27FC236}">
                <a16:creationId xmlns:a16="http://schemas.microsoft.com/office/drawing/2014/main" id="{C0ED161C-73D9-B536-01E0-FC178AB52CF8}"/>
              </a:ext>
            </a:extLst>
          </p:cNvPr>
          <p:cNvSpPr>
            <a:spLocks noGrp="1"/>
          </p:cNvSpPr>
          <p:nvPr>
            <p:ph type="dt" sz="half" idx="10"/>
          </p:nvPr>
        </p:nvSpPr>
        <p:spPr/>
        <p:txBody>
          <a:bodyPr/>
          <a:lstStyle/>
          <a:p>
            <a:fld id="{D2EE889D-D07B-44CC-96F6-7C4F1BAB32B5}" type="datetimeFigureOut">
              <a:rPr lang="en-GB" smtClean="0"/>
              <a:t>17/08/2025</a:t>
            </a:fld>
            <a:endParaRPr lang="en-GB"/>
          </a:p>
        </p:txBody>
      </p:sp>
      <p:sp>
        <p:nvSpPr>
          <p:cNvPr id="6" name="Espace réservé du pied de page 5">
            <a:extLst>
              <a:ext uri="{FF2B5EF4-FFF2-40B4-BE49-F238E27FC236}">
                <a16:creationId xmlns:a16="http://schemas.microsoft.com/office/drawing/2014/main" id="{0CA4EEE4-6DF3-F472-2273-ED0F943A9B64}"/>
              </a:ext>
            </a:extLst>
          </p:cNvPr>
          <p:cNvSpPr>
            <a:spLocks noGrp="1"/>
          </p:cNvSpPr>
          <p:nvPr>
            <p:ph type="ftr" sz="quarter" idx="11"/>
          </p:nvPr>
        </p:nvSpPr>
        <p:spPr/>
        <p:txBody>
          <a:bodyPr/>
          <a:lstStyle/>
          <a:p>
            <a:endParaRPr lang="en-GB"/>
          </a:p>
        </p:txBody>
      </p:sp>
      <p:sp>
        <p:nvSpPr>
          <p:cNvPr id="7" name="Espace réservé du numéro de diapositive 6">
            <a:extLst>
              <a:ext uri="{FF2B5EF4-FFF2-40B4-BE49-F238E27FC236}">
                <a16:creationId xmlns:a16="http://schemas.microsoft.com/office/drawing/2014/main" id="{3714CF67-7A1E-4383-855C-B4DB4248D8F3}"/>
              </a:ext>
            </a:extLst>
          </p:cNvPr>
          <p:cNvSpPr>
            <a:spLocks noGrp="1"/>
          </p:cNvSpPr>
          <p:nvPr>
            <p:ph type="sldNum" sz="quarter" idx="12"/>
          </p:nvPr>
        </p:nvSpPr>
        <p:spPr/>
        <p:txBody>
          <a:bodyPr/>
          <a:lstStyle/>
          <a:p>
            <a:fld id="{8531A4B0-8317-4D1A-BB49-F35E83A0B597}" type="slidenum">
              <a:rPr lang="en-GB" smtClean="0"/>
              <a:t>‹N°›</a:t>
            </a:fld>
            <a:endParaRPr lang="en-GB"/>
          </a:p>
        </p:txBody>
      </p:sp>
    </p:spTree>
    <p:extLst>
      <p:ext uri="{BB962C8B-B14F-4D97-AF65-F5344CB8AC3E}">
        <p14:creationId xmlns:p14="http://schemas.microsoft.com/office/powerpoint/2010/main" val="18962967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620BBAB-083C-7DD6-25D0-34AC3C15C058}"/>
              </a:ext>
            </a:extLst>
          </p:cNvPr>
          <p:cNvSpPr>
            <a:spLocks noGrp="1"/>
          </p:cNvSpPr>
          <p:nvPr>
            <p:ph type="title"/>
          </p:nvPr>
        </p:nvSpPr>
        <p:spPr>
          <a:xfrm>
            <a:off x="839788" y="365125"/>
            <a:ext cx="10515600" cy="1325563"/>
          </a:xfrm>
        </p:spPr>
        <p:txBody>
          <a:bodyPr/>
          <a:lstStyle/>
          <a:p>
            <a:r>
              <a:rPr lang="fr-FR"/>
              <a:t>Modifiez le style du titre</a:t>
            </a:r>
            <a:endParaRPr lang="en-GB"/>
          </a:p>
        </p:txBody>
      </p:sp>
      <p:sp>
        <p:nvSpPr>
          <p:cNvPr id="3" name="Espace réservé du texte 2">
            <a:extLst>
              <a:ext uri="{FF2B5EF4-FFF2-40B4-BE49-F238E27FC236}">
                <a16:creationId xmlns:a16="http://schemas.microsoft.com/office/drawing/2014/main" id="{BF4F5A57-605A-8D58-2EAF-583D019AE6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0E4B6AC1-4CF1-886B-8E38-611A7627C026}"/>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5" name="Espace réservé du texte 4">
            <a:extLst>
              <a:ext uri="{FF2B5EF4-FFF2-40B4-BE49-F238E27FC236}">
                <a16:creationId xmlns:a16="http://schemas.microsoft.com/office/drawing/2014/main" id="{DC39A08D-7B5B-AC35-5FC7-1779C0BC4B3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F004CC90-3E2F-0551-A25B-8A0CCBBCC26E}"/>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7" name="Espace réservé de la date 6">
            <a:extLst>
              <a:ext uri="{FF2B5EF4-FFF2-40B4-BE49-F238E27FC236}">
                <a16:creationId xmlns:a16="http://schemas.microsoft.com/office/drawing/2014/main" id="{FF95D595-FB96-E888-0F80-88BEE9866F7C}"/>
              </a:ext>
            </a:extLst>
          </p:cNvPr>
          <p:cNvSpPr>
            <a:spLocks noGrp="1"/>
          </p:cNvSpPr>
          <p:nvPr>
            <p:ph type="dt" sz="half" idx="10"/>
          </p:nvPr>
        </p:nvSpPr>
        <p:spPr/>
        <p:txBody>
          <a:bodyPr/>
          <a:lstStyle/>
          <a:p>
            <a:fld id="{D2EE889D-D07B-44CC-96F6-7C4F1BAB32B5}" type="datetimeFigureOut">
              <a:rPr lang="en-GB" smtClean="0"/>
              <a:t>17/08/2025</a:t>
            </a:fld>
            <a:endParaRPr lang="en-GB"/>
          </a:p>
        </p:txBody>
      </p:sp>
      <p:sp>
        <p:nvSpPr>
          <p:cNvPr id="8" name="Espace réservé du pied de page 7">
            <a:extLst>
              <a:ext uri="{FF2B5EF4-FFF2-40B4-BE49-F238E27FC236}">
                <a16:creationId xmlns:a16="http://schemas.microsoft.com/office/drawing/2014/main" id="{43411007-D6CB-B8F9-086D-DBDA0A2A3F96}"/>
              </a:ext>
            </a:extLst>
          </p:cNvPr>
          <p:cNvSpPr>
            <a:spLocks noGrp="1"/>
          </p:cNvSpPr>
          <p:nvPr>
            <p:ph type="ftr" sz="quarter" idx="11"/>
          </p:nvPr>
        </p:nvSpPr>
        <p:spPr/>
        <p:txBody>
          <a:bodyPr/>
          <a:lstStyle/>
          <a:p>
            <a:endParaRPr lang="en-GB"/>
          </a:p>
        </p:txBody>
      </p:sp>
      <p:sp>
        <p:nvSpPr>
          <p:cNvPr id="9" name="Espace réservé du numéro de diapositive 8">
            <a:extLst>
              <a:ext uri="{FF2B5EF4-FFF2-40B4-BE49-F238E27FC236}">
                <a16:creationId xmlns:a16="http://schemas.microsoft.com/office/drawing/2014/main" id="{272721B2-7DA6-1259-0AD8-F374B5605B08}"/>
              </a:ext>
            </a:extLst>
          </p:cNvPr>
          <p:cNvSpPr>
            <a:spLocks noGrp="1"/>
          </p:cNvSpPr>
          <p:nvPr>
            <p:ph type="sldNum" sz="quarter" idx="12"/>
          </p:nvPr>
        </p:nvSpPr>
        <p:spPr/>
        <p:txBody>
          <a:bodyPr/>
          <a:lstStyle/>
          <a:p>
            <a:fld id="{8531A4B0-8317-4D1A-BB49-F35E83A0B597}" type="slidenum">
              <a:rPr lang="en-GB" smtClean="0"/>
              <a:t>‹N°›</a:t>
            </a:fld>
            <a:endParaRPr lang="en-GB"/>
          </a:p>
        </p:txBody>
      </p:sp>
    </p:spTree>
    <p:extLst>
      <p:ext uri="{BB962C8B-B14F-4D97-AF65-F5344CB8AC3E}">
        <p14:creationId xmlns:p14="http://schemas.microsoft.com/office/powerpoint/2010/main" val="1396337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FB376E-4396-4E98-43A8-32BA7E5A99E7}"/>
              </a:ext>
            </a:extLst>
          </p:cNvPr>
          <p:cNvSpPr>
            <a:spLocks noGrp="1"/>
          </p:cNvSpPr>
          <p:nvPr>
            <p:ph type="title"/>
          </p:nvPr>
        </p:nvSpPr>
        <p:spPr/>
        <p:txBody>
          <a:bodyPr/>
          <a:lstStyle/>
          <a:p>
            <a:r>
              <a:rPr lang="fr-FR"/>
              <a:t>Modifiez le style du titre</a:t>
            </a:r>
            <a:endParaRPr lang="en-GB"/>
          </a:p>
        </p:txBody>
      </p:sp>
      <p:sp>
        <p:nvSpPr>
          <p:cNvPr id="3" name="Espace réservé de la date 2">
            <a:extLst>
              <a:ext uri="{FF2B5EF4-FFF2-40B4-BE49-F238E27FC236}">
                <a16:creationId xmlns:a16="http://schemas.microsoft.com/office/drawing/2014/main" id="{63BB9FAC-CD54-AF22-C104-A4F5767FE213}"/>
              </a:ext>
            </a:extLst>
          </p:cNvPr>
          <p:cNvSpPr>
            <a:spLocks noGrp="1"/>
          </p:cNvSpPr>
          <p:nvPr>
            <p:ph type="dt" sz="half" idx="10"/>
          </p:nvPr>
        </p:nvSpPr>
        <p:spPr/>
        <p:txBody>
          <a:bodyPr/>
          <a:lstStyle/>
          <a:p>
            <a:fld id="{D2EE889D-D07B-44CC-96F6-7C4F1BAB32B5}" type="datetimeFigureOut">
              <a:rPr lang="en-GB" smtClean="0"/>
              <a:t>17/08/2025</a:t>
            </a:fld>
            <a:endParaRPr lang="en-GB"/>
          </a:p>
        </p:txBody>
      </p:sp>
      <p:sp>
        <p:nvSpPr>
          <p:cNvPr id="4" name="Espace réservé du pied de page 3">
            <a:extLst>
              <a:ext uri="{FF2B5EF4-FFF2-40B4-BE49-F238E27FC236}">
                <a16:creationId xmlns:a16="http://schemas.microsoft.com/office/drawing/2014/main" id="{39CFA6FE-2CBC-554E-C982-629884EE3158}"/>
              </a:ext>
            </a:extLst>
          </p:cNvPr>
          <p:cNvSpPr>
            <a:spLocks noGrp="1"/>
          </p:cNvSpPr>
          <p:nvPr>
            <p:ph type="ftr" sz="quarter" idx="11"/>
          </p:nvPr>
        </p:nvSpPr>
        <p:spPr/>
        <p:txBody>
          <a:bodyPr/>
          <a:lstStyle/>
          <a:p>
            <a:endParaRPr lang="en-GB"/>
          </a:p>
        </p:txBody>
      </p:sp>
      <p:sp>
        <p:nvSpPr>
          <p:cNvPr id="5" name="Espace réservé du numéro de diapositive 4">
            <a:extLst>
              <a:ext uri="{FF2B5EF4-FFF2-40B4-BE49-F238E27FC236}">
                <a16:creationId xmlns:a16="http://schemas.microsoft.com/office/drawing/2014/main" id="{6E61CE5B-64EC-908B-6D16-3A82A4D74879}"/>
              </a:ext>
            </a:extLst>
          </p:cNvPr>
          <p:cNvSpPr>
            <a:spLocks noGrp="1"/>
          </p:cNvSpPr>
          <p:nvPr>
            <p:ph type="sldNum" sz="quarter" idx="12"/>
          </p:nvPr>
        </p:nvSpPr>
        <p:spPr/>
        <p:txBody>
          <a:bodyPr/>
          <a:lstStyle/>
          <a:p>
            <a:fld id="{8531A4B0-8317-4D1A-BB49-F35E83A0B597}" type="slidenum">
              <a:rPr lang="en-GB" smtClean="0"/>
              <a:t>‹N°›</a:t>
            </a:fld>
            <a:endParaRPr lang="en-GB"/>
          </a:p>
        </p:txBody>
      </p:sp>
    </p:spTree>
    <p:extLst>
      <p:ext uri="{BB962C8B-B14F-4D97-AF65-F5344CB8AC3E}">
        <p14:creationId xmlns:p14="http://schemas.microsoft.com/office/powerpoint/2010/main" val="32625506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86BACD74-6427-F8C8-44C5-0576B095D905}"/>
              </a:ext>
            </a:extLst>
          </p:cNvPr>
          <p:cNvSpPr>
            <a:spLocks noGrp="1"/>
          </p:cNvSpPr>
          <p:nvPr>
            <p:ph type="dt" sz="half" idx="10"/>
          </p:nvPr>
        </p:nvSpPr>
        <p:spPr/>
        <p:txBody>
          <a:bodyPr/>
          <a:lstStyle/>
          <a:p>
            <a:fld id="{D2EE889D-D07B-44CC-96F6-7C4F1BAB32B5}" type="datetimeFigureOut">
              <a:rPr lang="en-GB" smtClean="0"/>
              <a:t>17/08/2025</a:t>
            </a:fld>
            <a:endParaRPr lang="en-GB"/>
          </a:p>
        </p:txBody>
      </p:sp>
      <p:sp>
        <p:nvSpPr>
          <p:cNvPr id="3" name="Espace réservé du pied de page 2">
            <a:extLst>
              <a:ext uri="{FF2B5EF4-FFF2-40B4-BE49-F238E27FC236}">
                <a16:creationId xmlns:a16="http://schemas.microsoft.com/office/drawing/2014/main" id="{F3DDE443-10C1-893A-E856-9004E3131778}"/>
              </a:ext>
            </a:extLst>
          </p:cNvPr>
          <p:cNvSpPr>
            <a:spLocks noGrp="1"/>
          </p:cNvSpPr>
          <p:nvPr>
            <p:ph type="ftr" sz="quarter" idx="11"/>
          </p:nvPr>
        </p:nvSpPr>
        <p:spPr/>
        <p:txBody>
          <a:bodyPr/>
          <a:lstStyle/>
          <a:p>
            <a:endParaRPr lang="en-GB"/>
          </a:p>
        </p:txBody>
      </p:sp>
      <p:sp>
        <p:nvSpPr>
          <p:cNvPr id="4" name="Espace réservé du numéro de diapositive 3">
            <a:extLst>
              <a:ext uri="{FF2B5EF4-FFF2-40B4-BE49-F238E27FC236}">
                <a16:creationId xmlns:a16="http://schemas.microsoft.com/office/drawing/2014/main" id="{24C33A83-7F9E-9AF9-71D8-7B772E89D3B8}"/>
              </a:ext>
            </a:extLst>
          </p:cNvPr>
          <p:cNvSpPr>
            <a:spLocks noGrp="1"/>
          </p:cNvSpPr>
          <p:nvPr>
            <p:ph type="sldNum" sz="quarter" idx="12"/>
          </p:nvPr>
        </p:nvSpPr>
        <p:spPr/>
        <p:txBody>
          <a:bodyPr/>
          <a:lstStyle/>
          <a:p>
            <a:fld id="{8531A4B0-8317-4D1A-BB49-F35E83A0B597}" type="slidenum">
              <a:rPr lang="en-GB" smtClean="0"/>
              <a:t>‹N°›</a:t>
            </a:fld>
            <a:endParaRPr lang="en-GB"/>
          </a:p>
        </p:txBody>
      </p:sp>
    </p:spTree>
    <p:extLst>
      <p:ext uri="{BB962C8B-B14F-4D97-AF65-F5344CB8AC3E}">
        <p14:creationId xmlns:p14="http://schemas.microsoft.com/office/powerpoint/2010/main" val="1959760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256EB6-3E77-CD35-E51B-DA74586826D7}"/>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GB"/>
          </a:p>
        </p:txBody>
      </p:sp>
      <p:sp>
        <p:nvSpPr>
          <p:cNvPr id="3" name="Espace réservé du contenu 2">
            <a:extLst>
              <a:ext uri="{FF2B5EF4-FFF2-40B4-BE49-F238E27FC236}">
                <a16:creationId xmlns:a16="http://schemas.microsoft.com/office/drawing/2014/main" id="{F0D32D5C-921C-CD61-047B-81846915DD9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4" name="Espace réservé du texte 3">
            <a:extLst>
              <a:ext uri="{FF2B5EF4-FFF2-40B4-BE49-F238E27FC236}">
                <a16:creationId xmlns:a16="http://schemas.microsoft.com/office/drawing/2014/main" id="{DBE97EA4-0370-8AC8-0D00-DD93E98159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F62B3BD-4589-7BDF-DFEC-A15C8A2FD0D2}"/>
              </a:ext>
            </a:extLst>
          </p:cNvPr>
          <p:cNvSpPr>
            <a:spLocks noGrp="1"/>
          </p:cNvSpPr>
          <p:nvPr>
            <p:ph type="dt" sz="half" idx="10"/>
          </p:nvPr>
        </p:nvSpPr>
        <p:spPr/>
        <p:txBody>
          <a:bodyPr/>
          <a:lstStyle/>
          <a:p>
            <a:fld id="{D2EE889D-D07B-44CC-96F6-7C4F1BAB32B5}" type="datetimeFigureOut">
              <a:rPr lang="en-GB" smtClean="0"/>
              <a:t>17/08/2025</a:t>
            </a:fld>
            <a:endParaRPr lang="en-GB"/>
          </a:p>
        </p:txBody>
      </p:sp>
      <p:sp>
        <p:nvSpPr>
          <p:cNvPr id="6" name="Espace réservé du pied de page 5">
            <a:extLst>
              <a:ext uri="{FF2B5EF4-FFF2-40B4-BE49-F238E27FC236}">
                <a16:creationId xmlns:a16="http://schemas.microsoft.com/office/drawing/2014/main" id="{642F25C3-776F-8E8F-4678-4D857AC07EC6}"/>
              </a:ext>
            </a:extLst>
          </p:cNvPr>
          <p:cNvSpPr>
            <a:spLocks noGrp="1"/>
          </p:cNvSpPr>
          <p:nvPr>
            <p:ph type="ftr" sz="quarter" idx="11"/>
          </p:nvPr>
        </p:nvSpPr>
        <p:spPr/>
        <p:txBody>
          <a:bodyPr/>
          <a:lstStyle/>
          <a:p>
            <a:endParaRPr lang="en-GB"/>
          </a:p>
        </p:txBody>
      </p:sp>
      <p:sp>
        <p:nvSpPr>
          <p:cNvPr id="7" name="Espace réservé du numéro de diapositive 6">
            <a:extLst>
              <a:ext uri="{FF2B5EF4-FFF2-40B4-BE49-F238E27FC236}">
                <a16:creationId xmlns:a16="http://schemas.microsoft.com/office/drawing/2014/main" id="{7E1E8E95-9A1D-6E83-C3CD-4A55EF96AE32}"/>
              </a:ext>
            </a:extLst>
          </p:cNvPr>
          <p:cNvSpPr>
            <a:spLocks noGrp="1"/>
          </p:cNvSpPr>
          <p:nvPr>
            <p:ph type="sldNum" sz="quarter" idx="12"/>
          </p:nvPr>
        </p:nvSpPr>
        <p:spPr/>
        <p:txBody>
          <a:bodyPr/>
          <a:lstStyle/>
          <a:p>
            <a:fld id="{8531A4B0-8317-4D1A-BB49-F35E83A0B597}" type="slidenum">
              <a:rPr lang="en-GB" smtClean="0"/>
              <a:t>‹N°›</a:t>
            </a:fld>
            <a:endParaRPr lang="en-GB"/>
          </a:p>
        </p:txBody>
      </p:sp>
    </p:spTree>
    <p:extLst>
      <p:ext uri="{BB962C8B-B14F-4D97-AF65-F5344CB8AC3E}">
        <p14:creationId xmlns:p14="http://schemas.microsoft.com/office/powerpoint/2010/main" val="25672463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D1472D-DAF8-5EF0-C216-0E6C8CC6843D}"/>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GB"/>
          </a:p>
        </p:txBody>
      </p:sp>
      <p:sp>
        <p:nvSpPr>
          <p:cNvPr id="3" name="Espace réservé pour une image  2">
            <a:extLst>
              <a:ext uri="{FF2B5EF4-FFF2-40B4-BE49-F238E27FC236}">
                <a16:creationId xmlns:a16="http://schemas.microsoft.com/office/drawing/2014/main" id="{18D9CEB2-418D-AFFF-9F13-BB74690719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Espace réservé du texte 3">
            <a:extLst>
              <a:ext uri="{FF2B5EF4-FFF2-40B4-BE49-F238E27FC236}">
                <a16:creationId xmlns:a16="http://schemas.microsoft.com/office/drawing/2014/main" id="{B4CEC35C-6376-27BE-65F6-FAEBC7EF70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ED595845-70EF-5B87-7F94-3E39F646D34C}"/>
              </a:ext>
            </a:extLst>
          </p:cNvPr>
          <p:cNvSpPr>
            <a:spLocks noGrp="1"/>
          </p:cNvSpPr>
          <p:nvPr>
            <p:ph type="dt" sz="half" idx="10"/>
          </p:nvPr>
        </p:nvSpPr>
        <p:spPr/>
        <p:txBody>
          <a:bodyPr/>
          <a:lstStyle/>
          <a:p>
            <a:fld id="{D2EE889D-D07B-44CC-96F6-7C4F1BAB32B5}" type="datetimeFigureOut">
              <a:rPr lang="en-GB" smtClean="0"/>
              <a:t>17/08/2025</a:t>
            </a:fld>
            <a:endParaRPr lang="en-GB"/>
          </a:p>
        </p:txBody>
      </p:sp>
      <p:sp>
        <p:nvSpPr>
          <p:cNvPr id="6" name="Espace réservé du pied de page 5">
            <a:extLst>
              <a:ext uri="{FF2B5EF4-FFF2-40B4-BE49-F238E27FC236}">
                <a16:creationId xmlns:a16="http://schemas.microsoft.com/office/drawing/2014/main" id="{9A5DD4F1-3831-C25A-067E-5B224123A38A}"/>
              </a:ext>
            </a:extLst>
          </p:cNvPr>
          <p:cNvSpPr>
            <a:spLocks noGrp="1"/>
          </p:cNvSpPr>
          <p:nvPr>
            <p:ph type="ftr" sz="quarter" idx="11"/>
          </p:nvPr>
        </p:nvSpPr>
        <p:spPr/>
        <p:txBody>
          <a:bodyPr/>
          <a:lstStyle/>
          <a:p>
            <a:endParaRPr lang="en-GB"/>
          </a:p>
        </p:txBody>
      </p:sp>
      <p:sp>
        <p:nvSpPr>
          <p:cNvPr id="7" name="Espace réservé du numéro de diapositive 6">
            <a:extLst>
              <a:ext uri="{FF2B5EF4-FFF2-40B4-BE49-F238E27FC236}">
                <a16:creationId xmlns:a16="http://schemas.microsoft.com/office/drawing/2014/main" id="{7032290A-CD69-58DA-5C7A-C2F1B7B5B486}"/>
              </a:ext>
            </a:extLst>
          </p:cNvPr>
          <p:cNvSpPr>
            <a:spLocks noGrp="1"/>
          </p:cNvSpPr>
          <p:nvPr>
            <p:ph type="sldNum" sz="quarter" idx="12"/>
          </p:nvPr>
        </p:nvSpPr>
        <p:spPr/>
        <p:txBody>
          <a:bodyPr/>
          <a:lstStyle/>
          <a:p>
            <a:fld id="{8531A4B0-8317-4D1A-BB49-F35E83A0B597}" type="slidenum">
              <a:rPr lang="en-GB" smtClean="0"/>
              <a:t>‹N°›</a:t>
            </a:fld>
            <a:endParaRPr lang="en-GB"/>
          </a:p>
        </p:txBody>
      </p:sp>
    </p:spTree>
    <p:extLst>
      <p:ext uri="{BB962C8B-B14F-4D97-AF65-F5344CB8AC3E}">
        <p14:creationId xmlns:p14="http://schemas.microsoft.com/office/powerpoint/2010/main" val="24378507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FCCECF-B68F-F02A-1C51-0995940EC3FC}"/>
              </a:ext>
            </a:extLst>
          </p:cNvPr>
          <p:cNvSpPr>
            <a:spLocks noGrp="1"/>
          </p:cNvSpPr>
          <p:nvPr>
            <p:ph type="title"/>
          </p:nvPr>
        </p:nvSpPr>
        <p:spPr/>
        <p:txBody>
          <a:bodyPr/>
          <a:lstStyle/>
          <a:p>
            <a:r>
              <a:rPr lang="fr-FR"/>
              <a:t>Modifiez le style du titre</a:t>
            </a:r>
            <a:endParaRPr lang="en-GB"/>
          </a:p>
        </p:txBody>
      </p:sp>
      <p:sp>
        <p:nvSpPr>
          <p:cNvPr id="3" name="Espace réservé du texte vertical 2">
            <a:extLst>
              <a:ext uri="{FF2B5EF4-FFF2-40B4-BE49-F238E27FC236}">
                <a16:creationId xmlns:a16="http://schemas.microsoft.com/office/drawing/2014/main" id="{46B80685-2976-4D9F-939E-4C8A3070ED5D}"/>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4" name="Espace réservé de la date 3">
            <a:extLst>
              <a:ext uri="{FF2B5EF4-FFF2-40B4-BE49-F238E27FC236}">
                <a16:creationId xmlns:a16="http://schemas.microsoft.com/office/drawing/2014/main" id="{F395F99C-5001-7D78-E66F-655FB3A4C2DE}"/>
              </a:ext>
            </a:extLst>
          </p:cNvPr>
          <p:cNvSpPr>
            <a:spLocks noGrp="1"/>
          </p:cNvSpPr>
          <p:nvPr>
            <p:ph type="dt" sz="half" idx="10"/>
          </p:nvPr>
        </p:nvSpPr>
        <p:spPr/>
        <p:txBody>
          <a:bodyPr/>
          <a:lstStyle/>
          <a:p>
            <a:fld id="{D2EE889D-D07B-44CC-96F6-7C4F1BAB32B5}" type="datetimeFigureOut">
              <a:rPr lang="en-GB" smtClean="0"/>
              <a:t>17/08/2025</a:t>
            </a:fld>
            <a:endParaRPr lang="en-GB"/>
          </a:p>
        </p:txBody>
      </p:sp>
      <p:sp>
        <p:nvSpPr>
          <p:cNvPr id="5" name="Espace réservé du pied de page 4">
            <a:extLst>
              <a:ext uri="{FF2B5EF4-FFF2-40B4-BE49-F238E27FC236}">
                <a16:creationId xmlns:a16="http://schemas.microsoft.com/office/drawing/2014/main" id="{8C0DEAE6-4BEB-E664-3C54-F6FD732F0ACF}"/>
              </a:ext>
            </a:extLst>
          </p:cNvPr>
          <p:cNvSpPr>
            <a:spLocks noGrp="1"/>
          </p:cNvSpPr>
          <p:nvPr>
            <p:ph type="ftr" sz="quarter" idx="11"/>
          </p:nvPr>
        </p:nvSpPr>
        <p:spPr/>
        <p:txBody>
          <a:bodyPr/>
          <a:lstStyle/>
          <a:p>
            <a:endParaRPr lang="en-GB"/>
          </a:p>
        </p:txBody>
      </p:sp>
      <p:sp>
        <p:nvSpPr>
          <p:cNvPr id="6" name="Espace réservé du numéro de diapositive 5">
            <a:extLst>
              <a:ext uri="{FF2B5EF4-FFF2-40B4-BE49-F238E27FC236}">
                <a16:creationId xmlns:a16="http://schemas.microsoft.com/office/drawing/2014/main" id="{6CA64F6C-8D69-5CA4-BE3B-C5000CCCDC89}"/>
              </a:ext>
            </a:extLst>
          </p:cNvPr>
          <p:cNvSpPr>
            <a:spLocks noGrp="1"/>
          </p:cNvSpPr>
          <p:nvPr>
            <p:ph type="sldNum" sz="quarter" idx="12"/>
          </p:nvPr>
        </p:nvSpPr>
        <p:spPr/>
        <p:txBody>
          <a:bodyPr/>
          <a:lstStyle/>
          <a:p>
            <a:fld id="{8531A4B0-8317-4D1A-BB49-F35E83A0B597}" type="slidenum">
              <a:rPr lang="en-GB" smtClean="0"/>
              <a:t>‹N°›</a:t>
            </a:fld>
            <a:endParaRPr lang="en-GB"/>
          </a:p>
        </p:txBody>
      </p:sp>
    </p:spTree>
    <p:extLst>
      <p:ext uri="{BB962C8B-B14F-4D97-AF65-F5344CB8AC3E}">
        <p14:creationId xmlns:p14="http://schemas.microsoft.com/office/powerpoint/2010/main" val="39666917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EB5FEBC9-B5B3-5E04-BAEC-46C2BC10DC09}"/>
              </a:ext>
            </a:extLst>
          </p:cNvPr>
          <p:cNvSpPr>
            <a:spLocks noGrp="1"/>
          </p:cNvSpPr>
          <p:nvPr>
            <p:ph type="title" orient="vert"/>
          </p:nvPr>
        </p:nvSpPr>
        <p:spPr>
          <a:xfrm>
            <a:off x="8724900" y="365125"/>
            <a:ext cx="2628900" cy="5811838"/>
          </a:xfrm>
        </p:spPr>
        <p:txBody>
          <a:bodyPr vert="eaVert"/>
          <a:lstStyle/>
          <a:p>
            <a:r>
              <a:rPr lang="fr-FR"/>
              <a:t>Modifiez le style du titre</a:t>
            </a:r>
            <a:endParaRPr lang="en-GB"/>
          </a:p>
        </p:txBody>
      </p:sp>
      <p:sp>
        <p:nvSpPr>
          <p:cNvPr id="3" name="Espace réservé du texte vertical 2">
            <a:extLst>
              <a:ext uri="{FF2B5EF4-FFF2-40B4-BE49-F238E27FC236}">
                <a16:creationId xmlns:a16="http://schemas.microsoft.com/office/drawing/2014/main" id="{FC238A76-75A1-A55F-2596-A876C3CD2B84}"/>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4" name="Espace réservé de la date 3">
            <a:extLst>
              <a:ext uri="{FF2B5EF4-FFF2-40B4-BE49-F238E27FC236}">
                <a16:creationId xmlns:a16="http://schemas.microsoft.com/office/drawing/2014/main" id="{580AA23C-AD11-332F-1A16-CB63F4DC45C0}"/>
              </a:ext>
            </a:extLst>
          </p:cNvPr>
          <p:cNvSpPr>
            <a:spLocks noGrp="1"/>
          </p:cNvSpPr>
          <p:nvPr>
            <p:ph type="dt" sz="half" idx="10"/>
          </p:nvPr>
        </p:nvSpPr>
        <p:spPr/>
        <p:txBody>
          <a:bodyPr/>
          <a:lstStyle/>
          <a:p>
            <a:fld id="{D2EE889D-D07B-44CC-96F6-7C4F1BAB32B5}" type="datetimeFigureOut">
              <a:rPr lang="en-GB" smtClean="0"/>
              <a:t>17/08/2025</a:t>
            </a:fld>
            <a:endParaRPr lang="en-GB"/>
          </a:p>
        </p:txBody>
      </p:sp>
      <p:sp>
        <p:nvSpPr>
          <p:cNvPr id="5" name="Espace réservé du pied de page 4">
            <a:extLst>
              <a:ext uri="{FF2B5EF4-FFF2-40B4-BE49-F238E27FC236}">
                <a16:creationId xmlns:a16="http://schemas.microsoft.com/office/drawing/2014/main" id="{0881DC76-0FD8-B2CC-C4FE-44591A765E15}"/>
              </a:ext>
            </a:extLst>
          </p:cNvPr>
          <p:cNvSpPr>
            <a:spLocks noGrp="1"/>
          </p:cNvSpPr>
          <p:nvPr>
            <p:ph type="ftr" sz="quarter" idx="11"/>
          </p:nvPr>
        </p:nvSpPr>
        <p:spPr/>
        <p:txBody>
          <a:bodyPr/>
          <a:lstStyle/>
          <a:p>
            <a:endParaRPr lang="en-GB"/>
          </a:p>
        </p:txBody>
      </p:sp>
      <p:sp>
        <p:nvSpPr>
          <p:cNvPr id="6" name="Espace réservé du numéro de diapositive 5">
            <a:extLst>
              <a:ext uri="{FF2B5EF4-FFF2-40B4-BE49-F238E27FC236}">
                <a16:creationId xmlns:a16="http://schemas.microsoft.com/office/drawing/2014/main" id="{FF5B6092-30D5-3A91-9948-F564C7A84695}"/>
              </a:ext>
            </a:extLst>
          </p:cNvPr>
          <p:cNvSpPr>
            <a:spLocks noGrp="1"/>
          </p:cNvSpPr>
          <p:nvPr>
            <p:ph type="sldNum" sz="quarter" idx="12"/>
          </p:nvPr>
        </p:nvSpPr>
        <p:spPr/>
        <p:txBody>
          <a:bodyPr/>
          <a:lstStyle/>
          <a:p>
            <a:fld id="{8531A4B0-8317-4D1A-BB49-F35E83A0B597}" type="slidenum">
              <a:rPr lang="en-GB" smtClean="0"/>
              <a:t>‹N°›</a:t>
            </a:fld>
            <a:endParaRPr lang="en-GB"/>
          </a:p>
        </p:txBody>
      </p:sp>
    </p:spTree>
    <p:extLst>
      <p:ext uri="{BB962C8B-B14F-4D97-AF65-F5344CB8AC3E}">
        <p14:creationId xmlns:p14="http://schemas.microsoft.com/office/powerpoint/2010/main" val="35705960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1E1C356D-A3B7-7C2F-86D6-D9BDD71022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GB"/>
          </a:p>
        </p:txBody>
      </p:sp>
      <p:sp>
        <p:nvSpPr>
          <p:cNvPr id="3" name="Espace réservé du texte 2">
            <a:extLst>
              <a:ext uri="{FF2B5EF4-FFF2-40B4-BE49-F238E27FC236}">
                <a16:creationId xmlns:a16="http://schemas.microsoft.com/office/drawing/2014/main" id="{53831BFC-29F5-3335-79B9-12C9D23F16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4" name="Espace réservé de la date 3">
            <a:extLst>
              <a:ext uri="{FF2B5EF4-FFF2-40B4-BE49-F238E27FC236}">
                <a16:creationId xmlns:a16="http://schemas.microsoft.com/office/drawing/2014/main" id="{7F960A93-05B8-5D12-EB82-B8BA0BB50F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EE889D-D07B-44CC-96F6-7C4F1BAB32B5}" type="datetimeFigureOut">
              <a:rPr lang="en-GB" smtClean="0"/>
              <a:pPr/>
              <a:t>17/08/2025</a:t>
            </a:fld>
            <a:endParaRPr lang="en-GB" dirty="0"/>
          </a:p>
        </p:txBody>
      </p:sp>
      <p:sp>
        <p:nvSpPr>
          <p:cNvPr id="5" name="Espace réservé du pied de page 4">
            <a:extLst>
              <a:ext uri="{FF2B5EF4-FFF2-40B4-BE49-F238E27FC236}">
                <a16:creationId xmlns:a16="http://schemas.microsoft.com/office/drawing/2014/main" id="{DC933D63-2EBC-B5B9-F77D-AEE8897E48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Espace réservé du numéro de diapositive 5">
            <a:extLst>
              <a:ext uri="{FF2B5EF4-FFF2-40B4-BE49-F238E27FC236}">
                <a16:creationId xmlns:a16="http://schemas.microsoft.com/office/drawing/2014/main" id="{3AA7A244-4DC0-CBF8-AED6-176BAB139E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31A4B0-8317-4D1A-BB49-F35E83A0B597}" type="slidenum">
              <a:rPr lang="en-GB" smtClean="0"/>
              <a:pPr/>
              <a:t>‹N°›</a:t>
            </a:fld>
            <a:endParaRPr lang="en-GB" dirty="0"/>
          </a:p>
        </p:txBody>
      </p:sp>
      <p:sp>
        <p:nvSpPr>
          <p:cNvPr id="8" name="ZoneTexte 7">
            <a:extLst>
              <a:ext uri="{FF2B5EF4-FFF2-40B4-BE49-F238E27FC236}">
                <a16:creationId xmlns:a16="http://schemas.microsoft.com/office/drawing/2014/main" id="{488F51C4-7F44-9966-8158-5EAA0A6F571B}"/>
              </a:ext>
            </a:extLst>
          </p:cNvPr>
          <p:cNvSpPr txBox="1"/>
          <p:nvPr userDrawn="1"/>
        </p:nvSpPr>
        <p:spPr>
          <a:xfrm>
            <a:off x="11273480" y="6519446"/>
            <a:ext cx="918520" cy="338554"/>
          </a:xfrm>
          <a:prstGeom prst="rect">
            <a:avLst/>
          </a:prstGeom>
          <a:noFill/>
        </p:spPr>
        <p:txBody>
          <a:bodyPr wrap="square" rtlCol="0">
            <a:spAutoFit/>
          </a:bodyPr>
          <a:lstStyle/>
          <a:p>
            <a:pPr algn="r"/>
            <a:fld id="{D067ED35-791A-42FC-AB93-BB695E7AC20D}" type="slidenum">
              <a:rPr lang="en-GB" sz="1600" b="0" smtClean="0">
                <a:solidFill>
                  <a:schemeClr val="bg1">
                    <a:lumMod val="65000"/>
                  </a:schemeClr>
                </a:solidFill>
              </a:rPr>
              <a:t>‹N°›</a:t>
            </a:fld>
            <a:endParaRPr lang="en-GB" sz="1600" b="0" dirty="0">
              <a:solidFill>
                <a:schemeClr val="bg1">
                  <a:lumMod val="65000"/>
                </a:schemeClr>
              </a:solidFill>
            </a:endParaRPr>
          </a:p>
        </p:txBody>
      </p:sp>
    </p:spTree>
    <p:extLst>
      <p:ext uri="{BB962C8B-B14F-4D97-AF65-F5344CB8AC3E}">
        <p14:creationId xmlns:p14="http://schemas.microsoft.com/office/powerpoint/2010/main" val="34413867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3.jpg"/><Relationship Id="rId4" Type="http://schemas.openxmlformats.org/officeDocument/2006/relationships/image" Target="../media/image2.jpg"/></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jp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3" Type="http://schemas.microsoft.com/office/2007/relationships/media" Target="../media/media2.mp4"/><Relationship Id="rId7" Type="http://schemas.openxmlformats.org/officeDocument/2006/relationships/image" Target="../media/image11.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5.xml"/><Relationship Id="rId5" Type="http://schemas.openxmlformats.org/officeDocument/2006/relationships/slideLayout" Target="../slideLayouts/slideLayout7.xml"/><Relationship Id="rId10" Type="http://schemas.openxmlformats.org/officeDocument/2006/relationships/image" Target="../media/image13.jpg"/><Relationship Id="rId4" Type="http://schemas.openxmlformats.org/officeDocument/2006/relationships/video" Target="../media/media2.mp4"/><Relationship Id="rId9" Type="http://schemas.openxmlformats.org/officeDocument/2006/relationships/image" Target="../media/image3.jp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7.xml"/><Relationship Id="rId3" Type="http://schemas.microsoft.com/office/2007/relationships/media" Target="../media/media4.wav"/><Relationship Id="rId7" Type="http://schemas.openxmlformats.org/officeDocument/2006/relationships/slideLayout" Target="../slideLayouts/slideLayout7.xml"/><Relationship Id="rId2" Type="http://schemas.openxmlformats.org/officeDocument/2006/relationships/audio" Target="../media/media3.wav"/><Relationship Id="rId1" Type="http://schemas.microsoft.com/office/2007/relationships/media" Target="../media/media3.wav"/><Relationship Id="rId6" Type="http://schemas.openxmlformats.org/officeDocument/2006/relationships/audio" Target="../media/media5.wav"/><Relationship Id="rId5" Type="http://schemas.microsoft.com/office/2007/relationships/media" Target="../media/media5.wav"/><Relationship Id="rId4" Type="http://schemas.openxmlformats.org/officeDocument/2006/relationships/audio" Target="../media/media4.wav"/><Relationship Id="rId9"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15.png"/><Relationship Id="rId4" Type="http://schemas.openxmlformats.org/officeDocument/2006/relationships/image" Target="../media/image9.svg"/></Relationships>
</file>

<file path=ppt/slides/_rels/slide13.xml.rels><?xml version="1.0" encoding="UTF-8" standalone="yes"?>
<Relationships xmlns="http://schemas.openxmlformats.org/package/2006/relationships"><Relationship Id="rId8" Type="http://schemas.openxmlformats.org/officeDocument/2006/relationships/image" Target="../media/image14.png"/><Relationship Id="rId3" Type="http://schemas.microsoft.com/office/2007/relationships/media" Target="../media/media7.m4a"/><Relationship Id="rId7" Type="http://schemas.openxmlformats.org/officeDocument/2006/relationships/image" Target="../media/image16.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notesSlide" Target="../notesSlides/notesSlide9.xml"/><Relationship Id="rId5" Type="http://schemas.openxmlformats.org/officeDocument/2006/relationships/slideLayout" Target="../slideLayouts/slideLayout7.xml"/><Relationship Id="rId4" Type="http://schemas.openxmlformats.org/officeDocument/2006/relationships/audio" Target="../media/media7.m4a"/></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3A04C8-047F-F39B-9914-B0718AB73CF5}"/>
              </a:ext>
            </a:extLst>
          </p:cNvPr>
          <p:cNvSpPr>
            <a:spLocks noGrp="1"/>
          </p:cNvSpPr>
          <p:nvPr>
            <p:ph type="ctrTitle"/>
          </p:nvPr>
        </p:nvSpPr>
        <p:spPr/>
        <p:txBody>
          <a:bodyPr/>
          <a:lstStyle/>
          <a:p>
            <a:r>
              <a:rPr lang="en-GB" dirty="0"/>
              <a:t>Data capture</a:t>
            </a:r>
          </a:p>
        </p:txBody>
      </p:sp>
      <p:sp>
        <p:nvSpPr>
          <p:cNvPr id="3" name="Sous-titre 2">
            <a:extLst>
              <a:ext uri="{FF2B5EF4-FFF2-40B4-BE49-F238E27FC236}">
                <a16:creationId xmlns:a16="http://schemas.microsoft.com/office/drawing/2014/main" id="{64FF915D-9035-BB1D-5C71-0BEB84F6CFDE}"/>
              </a:ext>
            </a:extLst>
          </p:cNvPr>
          <p:cNvSpPr>
            <a:spLocks noGrp="1"/>
          </p:cNvSpPr>
          <p:nvPr>
            <p:ph type="subTitle" idx="1"/>
          </p:nvPr>
        </p:nvSpPr>
        <p:spPr/>
        <p:txBody>
          <a:bodyPr/>
          <a:lstStyle/>
          <a:p>
            <a:r>
              <a:rPr lang="fr-FR" dirty="0"/>
              <a:t>Rapport technique du 16 juillet 2025</a:t>
            </a:r>
            <a:endParaRPr lang="en-GB" dirty="0"/>
          </a:p>
        </p:txBody>
      </p:sp>
    </p:spTree>
    <p:extLst>
      <p:ext uri="{BB962C8B-B14F-4D97-AF65-F5344CB8AC3E}">
        <p14:creationId xmlns:p14="http://schemas.microsoft.com/office/powerpoint/2010/main" val="870570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DA6B2CE-57EB-CD38-DBBE-A5BEE3A91CA0}"/>
              </a:ext>
            </a:extLst>
          </p:cNvPr>
          <p:cNvSpPr>
            <a:spLocks noGrp="1"/>
          </p:cNvSpPr>
          <p:nvPr>
            <p:ph type="title"/>
          </p:nvPr>
        </p:nvSpPr>
        <p:spPr/>
        <p:txBody>
          <a:bodyPr/>
          <a:lstStyle/>
          <a:p>
            <a:r>
              <a:rPr lang="fr-FR" dirty="0"/>
              <a:t>Le contexte et le besoin</a:t>
            </a:r>
          </a:p>
        </p:txBody>
      </p:sp>
      <p:sp>
        <p:nvSpPr>
          <p:cNvPr id="3" name="ZoneTexte 2">
            <a:extLst>
              <a:ext uri="{FF2B5EF4-FFF2-40B4-BE49-F238E27FC236}">
                <a16:creationId xmlns:a16="http://schemas.microsoft.com/office/drawing/2014/main" id="{1D7D895B-7280-02F1-AE40-5C9CF32C5C83}"/>
              </a:ext>
            </a:extLst>
          </p:cNvPr>
          <p:cNvSpPr txBox="1"/>
          <p:nvPr/>
        </p:nvSpPr>
        <p:spPr>
          <a:xfrm>
            <a:off x="331573" y="1397675"/>
            <a:ext cx="11528854" cy="2031325"/>
          </a:xfrm>
          <a:prstGeom prst="rect">
            <a:avLst/>
          </a:prstGeom>
          <a:noFill/>
        </p:spPr>
        <p:txBody>
          <a:bodyPr wrap="square" rtlCol="0">
            <a:spAutoFit/>
          </a:bodyPr>
          <a:lstStyle/>
          <a:p>
            <a:pPr algn="just"/>
            <a:r>
              <a:rPr lang="fr-FR" dirty="0"/>
              <a:t>Notre logiciel de traçabilité est conçu pour répondre aux besoins spécifiques des utilisateurs </a:t>
            </a:r>
            <a:r>
              <a:rPr lang="fr-FR" b="1" dirty="0"/>
              <a:t>anglophones</a:t>
            </a:r>
            <a:r>
              <a:rPr lang="fr-FR" dirty="0"/>
              <a:t> qui ne sont pas nécessairement à l'aise avec les outils numériques ou qui ont les mains occupées par leurs tâches quotidiennes. Parmi ces utilisateurs, on trouve notamment des producteurs agricoles, des travailleurs manuels et d'autres professionnels pour qui l'utilisation d'un clavier ou d'un écran tactile peut s'avérer peu pratique, voire impossible en cours de travail.</a:t>
            </a:r>
          </a:p>
          <a:p>
            <a:pPr algn="just"/>
            <a:endParaRPr lang="fr-FR" dirty="0"/>
          </a:p>
          <a:p>
            <a:pPr algn="just"/>
            <a:r>
              <a:rPr lang="fr-FR" dirty="0"/>
              <a:t>Afin de faciliter la saisie des données et de rendre notre logiciel plus accessible, nous explorons des pistes innovantes pour capturer les informations de manière plus intuitive et moins intrusive. Deux approches principales sont envisagées :</a:t>
            </a:r>
          </a:p>
        </p:txBody>
      </p:sp>
      <p:sp>
        <p:nvSpPr>
          <p:cNvPr id="4" name="ZoneTexte 3">
            <a:extLst>
              <a:ext uri="{FF2B5EF4-FFF2-40B4-BE49-F238E27FC236}">
                <a16:creationId xmlns:a16="http://schemas.microsoft.com/office/drawing/2014/main" id="{FF64D589-FF7D-CC24-E7EC-21BD6D653063}"/>
              </a:ext>
            </a:extLst>
          </p:cNvPr>
          <p:cNvSpPr txBox="1"/>
          <p:nvPr/>
        </p:nvSpPr>
        <p:spPr>
          <a:xfrm>
            <a:off x="331573" y="5673682"/>
            <a:ext cx="11528854" cy="646331"/>
          </a:xfrm>
          <a:prstGeom prst="rect">
            <a:avLst/>
          </a:prstGeom>
          <a:noFill/>
        </p:spPr>
        <p:txBody>
          <a:bodyPr wrap="square" rtlCol="0">
            <a:spAutoFit/>
          </a:bodyPr>
          <a:lstStyle/>
          <a:p>
            <a:pPr algn="just"/>
            <a:r>
              <a:rPr lang="fr-FR" dirty="0"/>
              <a:t>L'objectif de ces fonctionnalités est de rendre notre logiciel de traçabilité plus accessible et plus pratique pour tous les utilisateurs, indépendamment de leur niveau de compétence numérique ou de leur disponibilité manuelle.</a:t>
            </a:r>
          </a:p>
        </p:txBody>
      </p:sp>
      <p:sp>
        <p:nvSpPr>
          <p:cNvPr id="5" name="ZoneTexte 4">
            <a:extLst>
              <a:ext uri="{FF2B5EF4-FFF2-40B4-BE49-F238E27FC236}">
                <a16:creationId xmlns:a16="http://schemas.microsoft.com/office/drawing/2014/main" id="{A095343F-0BF8-DCB8-D4C8-9961F805EE8D}"/>
              </a:ext>
            </a:extLst>
          </p:cNvPr>
          <p:cNvSpPr txBox="1"/>
          <p:nvPr/>
        </p:nvSpPr>
        <p:spPr>
          <a:xfrm>
            <a:off x="331569" y="3477241"/>
            <a:ext cx="5574957" cy="2031325"/>
          </a:xfrm>
          <a:prstGeom prst="rect">
            <a:avLst/>
          </a:prstGeom>
          <a:noFill/>
        </p:spPr>
        <p:txBody>
          <a:bodyPr wrap="square" rtlCol="0">
            <a:spAutoFit/>
          </a:bodyPr>
          <a:lstStyle/>
          <a:p>
            <a:pPr algn="just"/>
            <a:r>
              <a:rPr lang="fr-FR" b="1" dirty="0">
                <a:solidFill>
                  <a:srgbClr val="0000FF"/>
                </a:solidFill>
              </a:rPr>
              <a:t>Reconnaissance Optique de Caractères </a:t>
            </a:r>
          </a:p>
          <a:p>
            <a:pPr algn="just"/>
            <a:r>
              <a:rPr lang="fr-FR" b="1" dirty="0">
                <a:solidFill>
                  <a:srgbClr val="0000FF"/>
                </a:solidFill>
              </a:rPr>
              <a:t>(Optical </a:t>
            </a:r>
            <a:r>
              <a:rPr lang="fr-FR" b="1" dirty="0" err="1">
                <a:solidFill>
                  <a:srgbClr val="0000FF"/>
                </a:solidFill>
              </a:rPr>
              <a:t>character</a:t>
            </a:r>
            <a:r>
              <a:rPr lang="fr-FR" b="1" dirty="0">
                <a:solidFill>
                  <a:srgbClr val="0000FF"/>
                </a:solidFill>
              </a:rPr>
              <a:t> recognition, OCR)</a:t>
            </a:r>
          </a:p>
          <a:p>
            <a:pPr algn="just"/>
            <a:r>
              <a:rPr lang="fr-FR" dirty="0"/>
              <a:t>Cette technologie permettrait aux utilisateurs de prendre une photo d'un cahier journalier manuscrit ou imprimé. Le logiciel serait alors capable de transformer cette image en données exploitables, éliminant ainsi la nécessité de saisir manuellement les informations.</a:t>
            </a:r>
          </a:p>
        </p:txBody>
      </p:sp>
      <p:sp>
        <p:nvSpPr>
          <p:cNvPr id="6" name="ZoneTexte 5">
            <a:extLst>
              <a:ext uri="{FF2B5EF4-FFF2-40B4-BE49-F238E27FC236}">
                <a16:creationId xmlns:a16="http://schemas.microsoft.com/office/drawing/2014/main" id="{5A6BEFCA-9B55-9887-EE8B-598E857065C3}"/>
              </a:ext>
            </a:extLst>
          </p:cNvPr>
          <p:cNvSpPr txBox="1"/>
          <p:nvPr/>
        </p:nvSpPr>
        <p:spPr>
          <a:xfrm>
            <a:off x="6285476" y="3480125"/>
            <a:ext cx="5574957" cy="1754326"/>
          </a:xfrm>
          <a:prstGeom prst="rect">
            <a:avLst/>
          </a:prstGeom>
          <a:noFill/>
        </p:spPr>
        <p:txBody>
          <a:bodyPr wrap="square" rtlCol="0">
            <a:spAutoFit/>
          </a:bodyPr>
          <a:lstStyle/>
          <a:p>
            <a:pPr algn="just"/>
            <a:r>
              <a:rPr lang="fr-FR" b="1" dirty="0">
                <a:solidFill>
                  <a:schemeClr val="accent2"/>
                </a:solidFill>
              </a:rPr>
              <a:t>Reconnaissance Vocale</a:t>
            </a:r>
          </a:p>
          <a:p>
            <a:pPr algn="just"/>
            <a:r>
              <a:rPr lang="fr-FR" b="1" dirty="0">
                <a:solidFill>
                  <a:schemeClr val="accent2"/>
                </a:solidFill>
              </a:rPr>
              <a:t>(Speech Recognition, SR)</a:t>
            </a:r>
          </a:p>
          <a:p>
            <a:pPr algn="just"/>
            <a:r>
              <a:rPr lang="fr-FR" dirty="0"/>
              <a:t>Cette approche permettrait aux utilisateurs de dicter leurs informations oralement. Le logiciel retranscrirait automatiquement la parole en texte, offrant une méthode de saisie rapide et sans les mains.</a:t>
            </a:r>
          </a:p>
        </p:txBody>
      </p:sp>
    </p:spTree>
    <p:extLst>
      <p:ext uri="{BB962C8B-B14F-4D97-AF65-F5344CB8AC3E}">
        <p14:creationId xmlns:p14="http://schemas.microsoft.com/office/powerpoint/2010/main" val="42204441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2D6AB6-FDD6-16CF-5E89-899AAB67A291}"/>
              </a:ext>
            </a:extLst>
          </p:cNvPr>
          <p:cNvSpPr>
            <a:spLocks noGrp="1"/>
          </p:cNvSpPr>
          <p:nvPr>
            <p:ph type="title"/>
          </p:nvPr>
        </p:nvSpPr>
        <p:spPr/>
        <p:txBody>
          <a:bodyPr/>
          <a:lstStyle/>
          <a:p>
            <a:r>
              <a:rPr lang="fr-FR" dirty="0"/>
              <a:t>La méthode suivie : 5 étapes</a:t>
            </a:r>
          </a:p>
        </p:txBody>
      </p:sp>
      <p:graphicFrame>
        <p:nvGraphicFramePr>
          <p:cNvPr id="4" name="Diagramme 3">
            <a:extLst>
              <a:ext uri="{FF2B5EF4-FFF2-40B4-BE49-F238E27FC236}">
                <a16:creationId xmlns:a16="http://schemas.microsoft.com/office/drawing/2014/main" id="{4A9EA2A7-7084-E3D2-AB1B-68907B617B95}"/>
              </a:ext>
            </a:extLst>
          </p:cNvPr>
          <p:cNvGraphicFramePr/>
          <p:nvPr>
            <p:extLst>
              <p:ext uri="{D42A27DB-BD31-4B8C-83A1-F6EECF244321}">
                <p14:modId xmlns:p14="http://schemas.microsoft.com/office/powerpoint/2010/main" val="436396156"/>
              </p:ext>
            </p:extLst>
          </p:nvPr>
        </p:nvGraphicFramePr>
        <p:xfrm>
          <a:off x="331573" y="1690688"/>
          <a:ext cx="11528854" cy="47543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55451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73B7B-5384-DA00-F534-E3983B02909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CC37822-16C5-CD2D-A460-E122DF88B515}"/>
              </a:ext>
            </a:extLst>
          </p:cNvPr>
          <p:cNvSpPr>
            <a:spLocks noGrp="1"/>
          </p:cNvSpPr>
          <p:nvPr>
            <p:ph type="ctrTitle"/>
          </p:nvPr>
        </p:nvSpPr>
        <p:spPr/>
        <p:txBody>
          <a:bodyPr>
            <a:normAutofit/>
          </a:bodyPr>
          <a:lstStyle/>
          <a:p>
            <a:r>
              <a:rPr lang="fr-FR" b="1" dirty="0">
                <a:solidFill>
                  <a:srgbClr val="0000FF"/>
                </a:solidFill>
              </a:rPr>
              <a:t>Reconnaissance Optique de Caractères </a:t>
            </a:r>
          </a:p>
        </p:txBody>
      </p:sp>
      <p:sp>
        <p:nvSpPr>
          <p:cNvPr id="3" name="Sous-titre 2">
            <a:extLst>
              <a:ext uri="{FF2B5EF4-FFF2-40B4-BE49-F238E27FC236}">
                <a16:creationId xmlns:a16="http://schemas.microsoft.com/office/drawing/2014/main" id="{3755B235-08AD-2C31-EB99-C7C95EB0295D}"/>
              </a:ext>
            </a:extLst>
          </p:cNvPr>
          <p:cNvSpPr>
            <a:spLocks noGrp="1"/>
          </p:cNvSpPr>
          <p:nvPr>
            <p:ph type="subTitle" idx="1"/>
          </p:nvPr>
        </p:nvSpPr>
        <p:spPr/>
        <p:txBody>
          <a:bodyPr/>
          <a:lstStyle/>
          <a:p>
            <a:r>
              <a:rPr lang="fr-FR" b="1" dirty="0">
                <a:solidFill>
                  <a:srgbClr val="0000FF"/>
                </a:solidFill>
              </a:rPr>
              <a:t>(Optical </a:t>
            </a:r>
            <a:r>
              <a:rPr lang="fr-FR" b="1" dirty="0" err="1">
                <a:solidFill>
                  <a:srgbClr val="0000FF"/>
                </a:solidFill>
              </a:rPr>
              <a:t>character</a:t>
            </a:r>
            <a:r>
              <a:rPr lang="fr-FR" b="1" dirty="0">
                <a:solidFill>
                  <a:srgbClr val="0000FF"/>
                </a:solidFill>
              </a:rPr>
              <a:t> recognition, OCR)</a:t>
            </a:r>
            <a:endParaRPr lang="en-GB" dirty="0"/>
          </a:p>
        </p:txBody>
      </p:sp>
    </p:spTree>
    <p:extLst>
      <p:ext uri="{BB962C8B-B14F-4D97-AF65-F5344CB8AC3E}">
        <p14:creationId xmlns:p14="http://schemas.microsoft.com/office/powerpoint/2010/main" val="23833136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27471-A8CC-FE1D-B50D-440ACC124007}"/>
            </a:ext>
          </a:extLst>
        </p:cNvPr>
        <p:cNvGrpSpPr/>
        <p:nvPr/>
      </p:nvGrpSpPr>
      <p:grpSpPr>
        <a:xfrm>
          <a:off x="0" y="0"/>
          <a:ext cx="0" cy="0"/>
          <a:chOff x="0" y="0"/>
          <a:chExt cx="0" cy="0"/>
        </a:xfrm>
      </p:grpSpPr>
      <p:sp>
        <p:nvSpPr>
          <p:cNvPr id="10" name="Titre 1">
            <a:extLst>
              <a:ext uri="{FF2B5EF4-FFF2-40B4-BE49-F238E27FC236}">
                <a16:creationId xmlns:a16="http://schemas.microsoft.com/office/drawing/2014/main" id="{A2719ECF-27C0-7865-3422-521137494036}"/>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t>Comparatif des OCR libres de droit</a:t>
            </a:r>
          </a:p>
        </p:txBody>
      </p:sp>
      <p:graphicFrame>
        <p:nvGraphicFramePr>
          <p:cNvPr id="3" name="Tableau 2">
            <a:extLst>
              <a:ext uri="{FF2B5EF4-FFF2-40B4-BE49-F238E27FC236}">
                <a16:creationId xmlns:a16="http://schemas.microsoft.com/office/drawing/2014/main" id="{DEE1B2CB-2B0C-75ED-F77E-6410B331B38F}"/>
              </a:ext>
            </a:extLst>
          </p:cNvPr>
          <p:cNvGraphicFramePr>
            <a:graphicFrameLocks noGrp="1"/>
          </p:cNvGraphicFramePr>
          <p:nvPr>
            <p:extLst>
              <p:ext uri="{D42A27DB-BD31-4B8C-83A1-F6EECF244321}">
                <p14:modId xmlns:p14="http://schemas.microsoft.com/office/powerpoint/2010/main" val="3134367699"/>
              </p:ext>
            </p:extLst>
          </p:nvPr>
        </p:nvGraphicFramePr>
        <p:xfrm>
          <a:off x="838200" y="1136968"/>
          <a:ext cx="10515600" cy="4142604"/>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783022992"/>
                    </a:ext>
                  </a:extLst>
                </a:gridCol>
                <a:gridCol w="2628900">
                  <a:extLst>
                    <a:ext uri="{9D8B030D-6E8A-4147-A177-3AD203B41FA5}">
                      <a16:colId xmlns:a16="http://schemas.microsoft.com/office/drawing/2014/main" val="3382047678"/>
                    </a:ext>
                  </a:extLst>
                </a:gridCol>
                <a:gridCol w="2628900">
                  <a:extLst>
                    <a:ext uri="{9D8B030D-6E8A-4147-A177-3AD203B41FA5}">
                      <a16:colId xmlns:a16="http://schemas.microsoft.com/office/drawing/2014/main" val="713147538"/>
                    </a:ext>
                  </a:extLst>
                </a:gridCol>
                <a:gridCol w="2628900">
                  <a:extLst>
                    <a:ext uri="{9D8B030D-6E8A-4147-A177-3AD203B41FA5}">
                      <a16:colId xmlns:a16="http://schemas.microsoft.com/office/drawing/2014/main" val="2884120323"/>
                    </a:ext>
                  </a:extLst>
                </a:gridCol>
              </a:tblGrid>
              <a:tr h="1024974">
                <a:tc>
                  <a:txBody>
                    <a:bodyPr/>
                    <a:lstStyle/>
                    <a:p>
                      <a:pPr algn="ctr"/>
                      <a:endParaRPr lang="fr-FR" dirty="0"/>
                    </a:p>
                  </a:txBody>
                  <a:tcPr anchor="ctr"/>
                </a:tc>
                <a:tc>
                  <a:txBody>
                    <a:bodyPr/>
                    <a:lstStyle/>
                    <a:p>
                      <a:pPr algn="ctr"/>
                      <a:r>
                        <a:rPr lang="fr-FR" dirty="0"/>
                        <a:t>Transcription d’écritures imprimées</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dirty="0"/>
                        <a:t>Transcription d’écritures manuelles</a:t>
                      </a:r>
                    </a:p>
                  </a:txBody>
                  <a:tcPr anchor="ctr"/>
                </a:tc>
                <a:tc>
                  <a:txBody>
                    <a:bodyPr/>
                    <a:lstStyle/>
                    <a:p>
                      <a:pPr algn="ctr"/>
                      <a:r>
                        <a:rPr lang="fr-FR" dirty="0"/>
                        <a:t>Détection des lignes ou autres formes géométriques</a:t>
                      </a:r>
                    </a:p>
                  </a:txBody>
                  <a:tcPr anchor="ctr"/>
                </a:tc>
                <a:extLst>
                  <a:ext uri="{0D108BD9-81ED-4DB2-BD59-A6C34878D82A}">
                    <a16:rowId xmlns:a16="http://schemas.microsoft.com/office/drawing/2014/main" val="1166612574"/>
                  </a:ext>
                </a:extLst>
              </a:tr>
              <a:tr h="1039210">
                <a:tc>
                  <a:txBody>
                    <a:bodyPr/>
                    <a:lstStyle/>
                    <a:p>
                      <a:pPr algn="ctr"/>
                      <a:r>
                        <a:rPr lang="fr-FR" dirty="0" err="1"/>
                        <a:t>ocr_predictor</a:t>
                      </a:r>
                      <a:endParaRPr lang="fr-FR" dirty="0"/>
                    </a:p>
                    <a:p>
                      <a:pPr algn="ctr"/>
                      <a:r>
                        <a:rPr lang="fr-FR" dirty="0" err="1"/>
                        <a:t>pytesseract</a:t>
                      </a:r>
                      <a:r>
                        <a:rPr lang="fr-FR" dirty="0"/>
                        <a:t> 0.3.13</a:t>
                      </a:r>
                    </a:p>
                  </a:txBody>
                  <a:tcPr anchor="ctr"/>
                </a:tc>
                <a:tc>
                  <a:txBody>
                    <a:bodyPr/>
                    <a:lstStyle/>
                    <a:p>
                      <a:pPr algn="ctr"/>
                      <a:r>
                        <a:rPr lang="fr-FR" dirty="0">
                          <a:solidFill>
                            <a:srgbClr val="00B050"/>
                          </a:solidFill>
                        </a:rPr>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dirty="0">
                          <a:solidFill>
                            <a:srgbClr val="00B050"/>
                          </a:solidFill>
                        </a:rPr>
                        <a:t>✅</a:t>
                      </a:r>
                    </a:p>
                    <a:p>
                      <a:pPr algn="ctr"/>
                      <a:r>
                        <a:rPr lang="fr-FR" dirty="0">
                          <a:solidFill>
                            <a:schemeClr val="tx1"/>
                          </a:solidFill>
                        </a:rPr>
                        <a:t>Disponible mais moyen</a:t>
                      </a:r>
                    </a:p>
                  </a:txBody>
                  <a:tcPr anchor="ctr"/>
                </a:tc>
                <a:tc>
                  <a:txBody>
                    <a:bodyPr/>
                    <a:lstStyle/>
                    <a:p>
                      <a:pPr algn="ctr"/>
                      <a:r>
                        <a:rPr lang="fr-FR" dirty="0"/>
                        <a:t>❌</a:t>
                      </a:r>
                    </a:p>
                  </a:txBody>
                  <a:tcPr anchor="ctr"/>
                </a:tc>
                <a:extLst>
                  <a:ext uri="{0D108BD9-81ED-4DB2-BD59-A6C34878D82A}">
                    <a16:rowId xmlns:a16="http://schemas.microsoft.com/office/drawing/2014/main" val="2020752259"/>
                  </a:ext>
                </a:extLst>
              </a:tr>
              <a:tr h="1039210">
                <a:tc>
                  <a:txBody>
                    <a:bodyPr/>
                    <a:lstStyle/>
                    <a:p>
                      <a:pPr algn="ctr"/>
                      <a:r>
                        <a:rPr lang="fr-FR" dirty="0" err="1"/>
                        <a:t>ocr_predictor</a:t>
                      </a:r>
                      <a:endParaRPr lang="fr-FR" dirty="0"/>
                    </a:p>
                    <a:p>
                      <a:pPr algn="ctr"/>
                      <a:r>
                        <a:rPr lang="fr-FR" dirty="0"/>
                        <a:t>python-</a:t>
                      </a:r>
                      <a:r>
                        <a:rPr lang="fr-FR" dirty="0" err="1"/>
                        <a:t>doctr</a:t>
                      </a:r>
                      <a:r>
                        <a:rPr lang="fr-FR" dirty="0"/>
                        <a:t> 0.12.0</a:t>
                      </a:r>
                    </a:p>
                  </a:txBody>
                  <a:tcPr anchor="ctr"/>
                </a:tc>
                <a:tc>
                  <a:txBody>
                    <a:bodyPr/>
                    <a:lstStyle/>
                    <a:p>
                      <a:pPr algn="ctr"/>
                      <a:r>
                        <a:rPr lang="fr-FR" dirty="0">
                          <a:solidFill>
                            <a:srgbClr val="00B050"/>
                          </a:solidFill>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dirty="0">
                          <a:solidFill>
                            <a:schemeClr val="tx1"/>
                          </a:solidFill>
                        </a:rPr>
                        <a:t>Disponible mais moyen</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dirty="0">
                          <a:solidFill>
                            <a:srgbClr val="00B050"/>
                          </a:solidFill>
                        </a:rPr>
                        <a:t>✅</a:t>
                      </a:r>
                    </a:p>
                    <a:p>
                      <a:pPr algn="ctr"/>
                      <a:endParaRPr lang="fr-FR" dirty="0">
                        <a:solidFill>
                          <a:srgbClr val="00B050"/>
                        </a:solidFill>
                      </a:endParaRPr>
                    </a:p>
                  </a:txBody>
                  <a:tcPr anchor="ctr"/>
                </a:tc>
                <a:tc>
                  <a:txBody>
                    <a:bodyPr/>
                    <a:lstStyle/>
                    <a:p>
                      <a:pPr algn="ctr"/>
                      <a:r>
                        <a:rPr lang="fr-FR" dirty="0"/>
                        <a:t>❌</a:t>
                      </a:r>
                    </a:p>
                  </a:txBody>
                  <a:tcPr anchor="ctr"/>
                </a:tc>
                <a:extLst>
                  <a:ext uri="{0D108BD9-81ED-4DB2-BD59-A6C34878D82A}">
                    <a16:rowId xmlns:a16="http://schemas.microsoft.com/office/drawing/2014/main" val="2866280172"/>
                  </a:ext>
                </a:extLst>
              </a:tr>
              <a:tr h="1039210">
                <a:tc>
                  <a:txBody>
                    <a:bodyPr/>
                    <a:lstStyle/>
                    <a:p>
                      <a:pPr algn="ctr"/>
                      <a:r>
                        <a:rPr lang="fr-FR" dirty="0" err="1"/>
                        <a:t>opencv</a:t>
                      </a:r>
                      <a:r>
                        <a:rPr lang="fr-FR" dirty="0"/>
                        <a:t>-python / cv2</a:t>
                      </a:r>
                    </a:p>
                    <a:p>
                      <a:pPr algn="ctr"/>
                      <a:r>
                        <a:rPr lang="fr-FR" dirty="0"/>
                        <a:t>4.12.0.88</a:t>
                      </a:r>
                    </a:p>
                  </a:txBody>
                  <a:tcPr anchor="ctr"/>
                </a:tc>
                <a:tc>
                  <a:txBody>
                    <a:bodyPr/>
                    <a:lstStyle/>
                    <a:p>
                      <a:pPr algn="ctr"/>
                      <a:r>
                        <a:rPr lang="fr-FR" dirty="0"/>
                        <a:t>❌</a:t>
                      </a:r>
                    </a:p>
                  </a:txBody>
                  <a:tcPr anchor="ctr"/>
                </a:tc>
                <a:tc>
                  <a:txBody>
                    <a:bodyPr/>
                    <a:lstStyle/>
                    <a:p>
                      <a:pPr algn="ctr"/>
                      <a:r>
                        <a:rPr lang="fr-FR" dirty="0"/>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dirty="0">
                          <a:solidFill>
                            <a:srgbClr val="00B050"/>
                          </a:solidFill>
                        </a:rPr>
                        <a:t>✅</a:t>
                      </a:r>
                    </a:p>
                  </a:txBody>
                  <a:tcPr anchor="ctr"/>
                </a:tc>
                <a:extLst>
                  <a:ext uri="{0D108BD9-81ED-4DB2-BD59-A6C34878D82A}">
                    <a16:rowId xmlns:a16="http://schemas.microsoft.com/office/drawing/2014/main" val="2031875888"/>
                  </a:ext>
                </a:extLst>
              </a:tr>
            </a:tbl>
          </a:graphicData>
        </a:graphic>
      </p:graphicFrame>
      <p:sp>
        <p:nvSpPr>
          <p:cNvPr id="8" name="ZoneTexte 7">
            <a:extLst>
              <a:ext uri="{FF2B5EF4-FFF2-40B4-BE49-F238E27FC236}">
                <a16:creationId xmlns:a16="http://schemas.microsoft.com/office/drawing/2014/main" id="{338582DD-19CC-11BD-6366-BBF6637A4EA7}"/>
              </a:ext>
            </a:extLst>
          </p:cNvPr>
          <p:cNvSpPr txBox="1"/>
          <p:nvPr/>
        </p:nvSpPr>
        <p:spPr>
          <a:xfrm>
            <a:off x="838200" y="5436958"/>
            <a:ext cx="10515600" cy="923330"/>
          </a:xfrm>
          <a:prstGeom prst="rect">
            <a:avLst/>
          </a:prstGeom>
          <a:noFill/>
        </p:spPr>
        <p:txBody>
          <a:bodyPr wrap="square" rtlCol="0">
            <a:spAutoFit/>
          </a:bodyPr>
          <a:lstStyle/>
          <a:p>
            <a:pPr algn="just"/>
            <a:r>
              <a:rPr lang="fr-FR" dirty="0"/>
              <a:t>A la suite de ces résultats, il paraît naturel d’allier les deux : </a:t>
            </a:r>
          </a:p>
          <a:p>
            <a:pPr marL="285750" indent="-285750" algn="just">
              <a:buFontTx/>
              <a:buChar char="-"/>
            </a:pPr>
            <a:r>
              <a:rPr lang="fr-FR" dirty="0"/>
              <a:t>… sert à détecter les lignes de tableaux ou des </a:t>
            </a:r>
            <a:r>
              <a:rPr lang="fr-FR" dirty="0" err="1"/>
              <a:t>checkbox</a:t>
            </a:r>
            <a:r>
              <a:rPr lang="fr-FR" dirty="0"/>
              <a:t>, il permet de délimiter la zone d’intérêt pour …</a:t>
            </a:r>
          </a:p>
          <a:p>
            <a:pPr marL="285750" indent="-285750" algn="just">
              <a:buFontTx/>
              <a:buChar char="-"/>
            </a:pPr>
            <a:r>
              <a:rPr lang="fr-FR" dirty="0"/>
              <a:t>... Transcrit l’écriture en données digitale</a:t>
            </a:r>
          </a:p>
        </p:txBody>
      </p:sp>
    </p:spTree>
    <p:extLst>
      <p:ext uri="{BB962C8B-B14F-4D97-AF65-F5344CB8AC3E}">
        <p14:creationId xmlns:p14="http://schemas.microsoft.com/office/powerpoint/2010/main" val="10405742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descr="Une image contenant texte, écriture manuscrite, papier, Produit en papier&#10;&#10;Description générée automatiquement">
            <a:extLst>
              <a:ext uri="{FF2B5EF4-FFF2-40B4-BE49-F238E27FC236}">
                <a16:creationId xmlns:a16="http://schemas.microsoft.com/office/drawing/2014/main" id="{ED6BB822-2E79-769F-03A3-0D65138B27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26552" y="1605423"/>
            <a:ext cx="2938895" cy="3918527"/>
          </a:xfrm>
          <a:prstGeom prst="rect">
            <a:avLst/>
          </a:prstGeom>
        </p:spPr>
      </p:pic>
      <p:pic>
        <p:nvPicPr>
          <p:cNvPr id="9" name="Image 8" descr="Une image contenant texte, papier, Produit en papier, écriture manuscrite&#10;&#10;Description générée automatiquement">
            <a:extLst>
              <a:ext uri="{FF2B5EF4-FFF2-40B4-BE49-F238E27FC236}">
                <a16:creationId xmlns:a16="http://schemas.microsoft.com/office/drawing/2014/main" id="{4379439B-FD45-B8D4-AD04-91C8B1D1496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61300" y="1618124"/>
            <a:ext cx="2929369" cy="3905826"/>
          </a:xfrm>
          <a:prstGeom prst="rect">
            <a:avLst/>
          </a:prstGeom>
        </p:spPr>
      </p:pic>
      <p:sp>
        <p:nvSpPr>
          <p:cNvPr id="10" name="Titre 1">
            <a:extLst>
              <a:ext uri="{FF2B5EF4-FFF2-40B4-BE49-F238E27FC236}">
                <a16:creationId xmlns:a16="http://schemas.microsoft.com/office/drawing/2014/main" id="{BF367111-D499-29A7-CE14-0A354E90D560}"/>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t>Exemples d’échantillons : difficulté graduelle</a:t>
            </a:r>
          </a:p>
        </p:txBody>
      </p:sp>
      <p:sp>
        <p:nvSpPr>
          <p:cNvPr id="11" name="ZoneTexte 10">
            <a:extLst>
              <a:ext uri="{FF2B5EF4-FFF2-40B4-BE49-F238E27FC236}">
                <a16:creationId xmlns:a16="http://schemas.microsoft.com/office/drawing/2014/main" id="{B00B9297-BFCD-F1A6-A208-7D0B826A2F47}"/>
              </a:ext>
            </a:extLst>
          </p:cNvPr>
          <p:cNvSpPr txBox="1"/>
          <p:nvPr/>
        </p:nvSpPr>
        <p:spPr>
          <a:xfrm>
            <a:off x="337984" y="1128370"/>
            <a:ext cx="3665588" cy="523220"/>
          </a:xfrm>
          <a:prstGeom prst="rect">
            <a:avLst/>
          </a:prstGeom>
          <a:noFill/>
        </p:spPr>
        <p:txBody>
          <a:bodyPr wrap="square" rtlCol="0">
            <a:spAutoFit/>
          </a:bodyPr>
          <a:lstStyle/>
          <a:p>
            <a:pPr algn="ctr"/>
            <a:r>
              <a:rPr lang="fr-FR" sz="1400" dirty="0"/>
              <a:t>Simple </a:t>
            </a:r>
          </a:p>
          <a:p>
            <a:pPr algn="ctr"/>
            <a:r>
              <a:rPr lang="fr-FR" sz="1400" dirty="0"/>
              <a:t>Doit fonctionner à 100%</a:t>
            </a:r>
          </a:p>
        </p:txBody>
      </p:sp>
      <p:sp>
        <p:nvSpPr>
          <p:cNvPr id="12" name="ZoneTexte 11">
            <a:extLst>
              <a:ext uri="{FF2B5EF4-FFF2-40B4-BE49-F238E27FC236}">
                <a16:creationId xmlns:a16="http://schemas.microsoft.com/office/drawing/2014/main" id="{0ED5B093-1574-F669-E17E-8F2927A53E18}"/>
              </a:ext>
            </a:extLst>
          </p:cNvPr>
          <p:cNvSpPr txBox="1"/>
          <p:nvPr/>
        </p:nvSpPr>
        <p:spPr>
          <a:xfrm>
            <a:off x="4272732" y="1128370"/>
            <a:ext cx="3665588" cy="523220"/>
          </a:xfrm>
          <a:prstGeom prst="rect">
            <a:avLst/>
          </a:prstGeom>
          <a:noFill/>
        </p:spPr>
        <p:txBody>
          <a:bodyPr wrap="square" rtlCol="0">
            <a:spAutoFit/>
          </a:bodyPr>
          <a:lstStyle/>
          <a:p>
            <a:pPr algn="ctr"/>
            <a:r>
              <a:rPr lang="fr-FR" sz="1400" dirty="0"/>
              <a:t>Moyen</a:t>
            </a:r>
          </a:p>
          <a:p>
            <a:pPr algn="ctr"/>
            <a:r>
              <a:rPr lang="fr-FR" sz="1400" dirty="0"/>
              <a:t>Pas d’erreur avec micro-traitements</a:t>
            </a:r>
          </a:p>
        </p:txBody>
      </p:sp>
      <p:sp>
        <p:nvSpPr>
          <p:cNvPr id="13" name="ZoneTexte 12">
            <a:extLst>
              <a:ext uri="{FF2B5EF4-FFF2-40B4-BE49-F238E27FC236}">
                <a16:creationId xmlns:a16="http://schemas.microsoft.com/office/drawing/2014/main" id="{EDA24CC6-EE54-A1A6-DCF4-73B1D091F100}"/>
              </a:ext>
            </a:extLst>
          </p:cNvPr>
          <p:cNvSpPr txBox="1"/>
          <p:nvPr/>
        </p:nvSpPr>
        <p:spPr>
          <a:xfrm>
            <a:off x="8188428" y="1128370"/>
            <a:ext cx="3665588" cy="523220"/>
          </a:xfrm>
          <a:prstGeom prst="rect">
            <a:avLst/>
          </a:prstGeom>
          <a:noFill/>
        </p:spPr>
        <p:txBody>
          <a:bodyPr wrap="square" rtlCol="0">
            <a:spAutoFit/>
          </a:bodyPr>
          <a:lstStyle/>
          <a:p>
            <a:pPr algn="ctr"/>
            <a:r>
              <a:rPr lang="fr-FR" sz="1400" dirty="0"/>
              <a:t>Compliqué</a:t>
            </a:r>
          </a:p>
          <a:p>
            <a:pPr algn="ctr"/>
            <a:r>
              <a:rPr lang="fr-FR" sz="1400" dirty="0"/>
              <a:t>Permet de mieux comparer les outils</a:t>
            </a:r>
          </a:p>
        </p:txBody>
      </p:sp>
      <p:pic>
        <p:nvPicPr>
          <p:cNvPr id="2" name="Image 1" descr="Une image contenant texte, écriture manuscrite, papier, Produit en papier&#10;&#10;Description générée automatiquement">
            <a:extLst>
              <a:ext uri="{FF2B5EF4-FFF2-40B4-BE49-F238E27FC236}">
                <a16:creationId xmlns:a16="http://schemas.microsoft.com/office/drawing/2014/main" id="{6A7223C9-B13E-A839-1AB1-BF5445EB13E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1115" y="1618124"/>
            <a:ext cx="2301809" cy="3069079"/>
          </a:xfrm>
          <a:prstGeom prst="rect">
            <a:avLst/>
          </a:prstGeom>
        </p:spPr>
      </p:pic>
      <p:sp>
        <p:nvSpPr>
          <p:cNvPr id="3" name="ZoneTexte 2">
            <a:extLst>
              <a:ext uri="{FF2B5EF4-FFF2-40B4-BE49-F238E27FC236}">
                <a16:creationId xmlns:a16="http://schemas.microsoft.com/office/drawing/2014/main" id="{0C1A4340-BEAC-5F39-0725-1D83BEC56BD9}"/>
              </a:ext>
            </a:extLst>
          </p:cNvPr>
          <p:cNvSpPr txBox="1"/>
          <p:nvPr/>
        </p:nvSpPr>
        <p:spPr>
          <a:xfrm>
            <a:off x="2327846" y="1999337"/>
            <a:ext cx="2141352" cy="4493538"/>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fr-FR" sz="1100" dirty="0"/>
              <a:t>[</a:t>
            </a:r>
          </a:p>
          <a:p>
            <a:r>
              <a:rPr lang="fr-FR" sz="1100" dirty="0"/>
              <a:t>  {</a:t>
            </a:r>
          </a:p>
          <a:p>
            <a:r>
              <a:rPr lang="fr-FR" sz="1100" dirty="0"/>
              <a:t>    "code": "P azerty",</a:t>
            </a:r>
          </a:p>
          <a:p>
            <a:r>
              <a:rPr lang="fr-FR" sz="1100" dirty="0"/>
              <a:t>    "surface": "1234569.78"</a:t>
            </a:r>
          </a:p>
          <a:p>
            <a:r>
              <a:rPr lang="fr-FR" sz="1100" dirty="0"/>
              <a:t>  },</a:t>
            </a:r>
          </a:p>
          <a:p>
            <a:r>
              <a:rPr lang="fr-FR" sz="1100" dirty="0"/>
              <a:t>  {</a:t>
            </a:r>
          </a:p>
          <a:p>
            <a:r>
              <a:rPr lang="fr-FR" sz="1100" dirty="0"/>
              <a:t>    "code": "P2",</a:t>
            </a:r>
          </a:p>
          <a:p>
            <a:r>
              <a:rPr lang="fr-FR" sz="1100" dirty="0"/>
              <a:t>    "surface": "500"</a:t>
            </a:r>
          </a:p>
          <a:p>
            <a:r>
              <a:rPr lang="fr-FR" sz="1100" dirty="0"/>
              <a:t>  },</a:t>
            </a:r>
          </a:p>
          <a:p>
            <a:r>
              <a:rPr lang="fr-FR" sz="1100" dirty="0"/>
              <a:t>  {</a:t>
            </a:r>
          </a:p>
          <a:p>
            <a:r>
              <a:rPr lang="fr-FR" sz="1100" dirty="0"/>
              <a:t>    "code": "RAR",</a:t>
            </a:r>
          </a:p>
          <a:p>
            <a:r>
              <a:rPr lang="fr-FR" sz="1100" dirty="0"/>
              <a:t>    "surface": "410"</a:t>
            </a:r>
          </a:p>
          <a:p>
            <a:r>
              <a:rPr lang="fr-FR" sz="1100" dirty="0"/>
              <a:t>  },</a:t>
            </a:r>
          </a:p>
          <a:p>
            <a:r>
              <a:rPr lang="fr-FR" sz="1100" dirty="0"/>
              <a:t>  {</a:t>
            </a:r>
          </a:p>
          <a:p>
            <a:r>
              <a:rPr lang="fr-FR" sz="1100" dirty="0"/>
              <a:t>    "code": "P30",</a:t>
            </a:r>
          </a:p>
          <a:p>
            <a:r>
              <a:rPr lang="fr-FR" sz="1100" dirty="0"/>
              <a:t>    "surface": "715"</a:t>
            </a:r>
          </a:p>
          <a:p>
            <a:r>
              <a:rPr lang="fr-FR" sz="1100" dirty="0"/>
              <a:t>  },</a:t>
            </a:r>
          </a:p>
          <a:p>
            <a:r>
              <a:rPr lang="fr-FR" sz="1100" dirty="0"/>
              <a:t>  {</a:t>
            </a:r>
          </a:p>
          <a:p>
            <a:r>
              <a:rPr lang="fr-FR" sz="1100" dirty="0"/>
              <a:t>    "code": "R1 - 1",</a:t>
            </a:r>
          </a:p>
          <a:p>
            <a:r>
              <a:rPr lang="fr-FR" sz="1100" dirty="0"/>
              <a:t>    "surface": "6020"</a:t>
            </a:r>
          </a:p>
          <a:p>
            <a:r>
              <a:rPr lang="fr-FR" sz="1100" dirty="0"/>
              <a:t>  },</a:t>
            </a:r>
          </a:p>
          <a:p>
            <a:r>
              <a:rPr lang="fr-FR" sz="1100" dirty="0"/>
              <a:t>  {</a:t>
            </a:r>
          </a:p>
          <a:p>
            <a:r>
              <a:rPr lang="fr-FR" sz="1100" dirty="0"/>
              <a:t>    "code": "</a:t>
            </a:r>
            <a:r>
              <a:rPr lang="fr-FR" sz="1100" dirty="0" err="1"/>
              <a:t>Rancello</a:t>
            </a:r>
            <a:r>
              <a:rPr lang="fr-FR" sz="1100" dirty="0"/>
              <a:t> 30",</a:t>
            </a:r>
          </a:p>
          <a:p>
            <a:r>
              <a:rPr lang="fr-FR" sz="1100" dirty="0"/>
              <a:t>    "surface": "540"</a:t>
            </a:r>
          </a:p>
          <a:p>
            <a:r>
              <a:rPr lang="fr-FR" sz="1100" dirty="0"/>
              <a:t>  }</a:t>
            </a:r>
          </a:p>
          <a:p>
            <a:r>
              <a:rPr lang="fr-FR" sz="1100" dirty="0"/>
              <a:t>]</a:t>
            </a:r>
          </a:p>
        </p:txBody>
      </p:sp>
      <p:sp>
        <p:nvSpPr>
          <p:cNvPr id="4" name="ZoneTexte 3">
            <a:extLst>
              <a:ext uri="{FF2B5EF4-FFF2-40B4-BE49-F238E27FC236}">
                <a16:creationId xmlns:a16="http://schemas.microsoft.com/office/drawing/2014/main" id="{DCF76AD2-4427-B203-37D9-4C8768C7D0B4}"/>
              </a:ext>
            </a:extLst>
          </p:cNvPr>
          <p:cNvSpPr txBox="1"/>
          <p:nvPr/>
        </p:nvSpPr>
        <p:spPr>
          <a:xfrm>
            <a:off x="5785950" y="2338263"/>
            <a:ext cx="2141352" cy="1785104"/>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fr-FR" sz="1100" dirty="0"/>
              <a:t>[</a:t>
            </a:r>
          </a:p>
          <a:p>
            <a:r>
              <a:rPr lang="fr-FR" sz="1100" dirty="0"/>
              <a:t>  {</a:t>
            </a:r>
          </a:p>
          <a:p>
            <a:r>
              <a:rPr lang="fr-FR" sz="1100" dirty="0"/>
              <a:t>    "code": "plot </a:t>
            </a:r>
            <a:r>
              <a:rPr lang="fr-FR" sz="1100" dirty="0" err="1"/>
              <a:t>north</a:t>
            </a:r>
            <a:r>
              <a:rPr lang="fr-FR" sz="1100" dirty="0"/>
              <a:t> </a:t>
            </a:r>
            <a:r>
              <a:rPr lang="fr-FR" sz="1100" dirty="0" err="1"/>
              <a:t>east</a:t>
            </a:r>
            <a:r>
              <a:rPr lang="fr-FR" sz="1100" dirty="0"/>
              <a:t>",</a:t>
            </a:r>
          </a:p>
          <a:p>
            <a:r>
              <a:rPr lang="fr-FR" sz="1100" dirty="0"/>
              <a:t>    "surface": "743.04"</a:t>
            </a:r>
          </a:p>
          <a:p>
            <a:r>
              <a:rPr lang="fr-FR" sz="1100" dirty="0"/>
              <a:t>  },</a:t>
            </a:r>
          </a:p>
          <a:p>
            <a:r>
              <a:rPr lang="fr-FR" sz="1100" dirty="0"/>
              <a:t>  {</a:t>
            </a:r>
          </a:p>
          <a:p>
            <a:r>
              <a:rPr lang="fr-FR" sz="1100" dirty="0"/>
              <a:t>    "code": "plot </a:t>
            </a:r>
            <a:r>
              <a:rPr lang="fr-FR" sz="1100" dirty="0" err="1"/>
              <a:t>sad-west</a:t>
            </a:r>
            <a:r>
              <a:rPr lang="fr-FR" sz="1100" dirty="0"/>
              <a:t>",</a:t>
            </a:r>
          </a:p>
          <a:p>
            <a:r>
              <a:rPr lang="fr-FR" sz="1100" dirty="0"/>
              <a:t>    "surface": "28,50"</a:t>
            </a:r>
          </a:p>
          <a:p>
            <a:r>
              <a:rPr lang="fr-FR" sz="1100" dirty="0"/>
              <a:t>  },</a:t>
            </a:r>
          </a:p>
          <a:p>
            <a:r>
              <a:rPr lang="fr-FR" sz="1100" dirty="0"/>
              <a:t>]</a:t>
            </a:r>
          </a:p>
        </p:txBody>
      </p:sp>
      <p:sp>
        <p:nvSpPr>
          <p:cNvPr id="8" name="ZoneTexte 7">
            <a:extLst>
              <a:ext uri="{FF2B5EF4-FFF2-40B4-BE49-F238E27FC236}">
                <a16:creationId xmlns:a16="http://schemas.microsoft.com/office/drawing/2014/main" id="{6CD7909A-7D6C-6E34-15CC-600D7C5C452F}"/>
              </a:ext>
            </a:extLst>
          </p:cNvPr>
          <p:cNvSpPr txBox="1"/>
          <p:nvPr/>
        </p:nvSpPr>
        <p:spPr>
          <a:xfrm>
            <a:off x="8819595" y="2598665"/>
            <a:ext cx="2403254" cy="1107996"/>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fr-FR" sz="1100" dirty="0"/>
              <a:t>[</a:t>
            </a:r>
          </a:p>
          <a:p>
            <a:r>
              <a:rPr lang="fr-FR" sz="1100" dirty="0"/>
              <a:t>  {</a:t>
            </a:r>
          </a:p>
          <a:p>
            <a:r>
              <a:rPr lang="fr-FR" sz="1100" dirty="0"/>
              <a:t>    "code": "</a:t>
            </a:r>
            <a:r>
              <a:rPr lang="fr-FR" sz="1100" dirty="0" err="1"/>
              <a:t>Plot's</a:t>
            </a:r>
            <a:r>
              <a:rPr lang="fr-FR" sz="1100" dirty="0"/>
              <a:t> code Surface 16",</a:t>
            </a:r>
          </a:p>
          <a:p>
            <a:r>
              <a:rPr lang="fr-FR" sz="1100" dirty="0"/>
              <a:t>    "surface": "3.04"</a:t>
            </a:r>
          </a:p>
          <a:p>
            <a:r>
              <a:rPr lang="fr-FR" sz="1100" dirty="0"/>
              <a:t>  }</a:t>
            </a:r>
          </a:p>
          <a:p>
            <a:r>
              <a:rPr lang="fr-FR" sz="1100" dirty="0"/>
              <a:t>]</a:t>
            </a:r>
          </a:p>
        </p:txBody>
      </p:sp>
    </p:spTree>
    <p:extLst>
      <p:ext uri="{BB962C8B-B14F-4D97-AF65-F5344CB8AC3E}">
        <p14:creationId xmlns:p14="http://schemas.microsoft.com/office/powerpoint/2010/main" val="24258068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5C1C9-DB81-D9DB-6BC1-B9E6409F1664}"/>
            </a:ext>
          </a:extLst>
        </p:cNvPr>
        <p:cNvGrpSpPr/>
        <p:nvPr/>
      </p:nvGrpSpPr>
      <p:grpSpPr>
        <a:xfrm>
          <a:off x="0" y="0"/>
          <a:ext cx="0" cy="0"/>
          <a:chOff x="0" y="0"/>
          <a:chExt cx="0" cy="0"/>
        </a:xfrm>
      </p:grpSpPr>
      <p:sp>
        <p:nvSpPr>
          <p:cNvPr id="10" name="Titre 1">
            <a:extLst>
              <a:ext uri="{FF2B5EF4-FFF2-40B4-BE49-F238E27FC236}">
                <a16:creationId xmlns:a16="http://schemas.microsoft.com/office/drawing/2014/main" id="{4EEF44BD-25C0-3B90-A62D-1BC89518D79A}"/>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t>Process et stack technique</a:t>
            </a:r>
          </a:p>
        </p:txBody>
      </p:sp>
      <p:pic>
        <p:nvPicPr>
          <p:cNvPr id="16" name="Image 15" descr="Une image contenant texte, écriture manuscrite, papier, Produit en papier&#10;&#10;Description générée automatiquement">
            <a:extLst>
              <a:ext uri="{FF2B5EF4-FFF2-40B4-BE49-F238E27FC236}">
                <a16:creationId xmlns:a16="http://schemas.microsoft.com/office/drawing/2014/main" id="{CDABB74A-91B2-7ABA-F392-0DCEE5FBBC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14525" y="1156659"/>
            <a:ext cx="1421555" cy="1895407"/>
          </a:xfrm>
          <a:prstGeom prst="rect">
            <a:avLst/>
          </a:prstGeom>
        </p:spPr>
      </p:pic>
      <p:cxnSp>
        <p:nvCxnSpPr>
          <p:cNvPr id="18" name="Connecteur droit avec flèche 17">
            <a:extLst>
              <a:ext uri="{FF2B5EF4-FFF2-40B4-BE49-F238E27FC236}">
                <a16:creationId xmlns:a16="http://schemas.microsoft.com/office/drawing/2014/main" id="{3F5025FD-8857-F0AE-278E-E0552F5E8037}"/>
              </a:ext>
            </a:extLst>
          </p:cNvPr>
          <p:cNvCxnSpPr>
            <a:cxnSpLocks/>
            <a:stCxn id="8" idx="0"/>
            <a:endCxn id="16" idx="1"/>
          </p:cNvCxnSpPr>
          <p:nvPr/>
        </p:nvCxnSpPr>
        <p:spPr>
          <a:xfrm flipV="1">
            <a:off x="2035629" y="2104363"/>
            <a:ext cx="2278896" cy="1959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 name="ZoneTexte 22">
            <a:extLst>
              <a:ext uri="{FF2B5EF4-FFF2-40B4-BE49-F238E27FC236}">
                <a16:creationId xmlns:a16="http://schemas.microsoft.com/office/drawing/2014/main" id="{ED40D887-E4A6-1B00-8910-78EF1DD7F5E6}"/>
              </a:ext>
            </a:extLst>
          </p:cNvPr>
          <p:cNvSpPr txBox="1"/>
          <p:nvPr/>
        </p:nvSpPr>
        <p:spPr>
          <a:xfrm>
            <a:off x="1578429" y="1365809"/>
            <a:ext cx="2492828" cy="646331"/>
          </a:xfrm>
          <a:prstGeom prst="rect">
            <a:avLst/>
          </a:prstGeom>
          <a:noFill/>
        </p:spPr>
        <p:txBody>
          <a:bodyPr wrap="square" rtlCol="0">
            <a:spAutoFit/>
          </a:bodyPr>
          <a:lstStyle/>
          <a:p>
            <a:pPr marL="342900" indent="-342900" algn="ctr">
              <a:buAutoNum type="arabicPeriod"/>
            </a:pPr>
            <a:r>
              <a:rPr lang="fr-FR" dirty="0"/>
              <a:t>Scanner le document</a:t>
            </a:r>
          </a:p>
          <a:p>
            <a:pPr algn="ctr"/>
            <a:r>
              <a:rPr lang="fr-FR" dirty="0"/>
              <a:t>(caméra native)</a:t>
            </a:r>
          </a:p>
        </p:txBody>
      </p:sp>
      <p:cxnSp>
        <p:nvCxnSpPr>
          <p:cNvPr id="24" name="Connecteur droit avec flèche 23">
            <a:extLst>
              <a:ext uri="{FF2B5EF4-FFF2-40B4-BE49-F238E27FC236}">
                <a16:creationId xmlns:a16="http://schemas.microsoft.com/office/drawing/2014/main" id="{E650B160-AFF7-8820-2C45-6120D9B3DE0F}"/>
              </a:ext>
            </a:extLst>
          </p:cNvPr>
          <p:cNvCxnSpPr>
            <a:cxnSpLocks/>
            <a:stCxn id="16" idx="2"/>
          </p:cNvCxnSpPr>
          <p:nvPr/>
        </p:nvCxnSpPr>
        <p:spPr>
          <a:xfrm flipH="1">
            <a:off x="3172495" y="3052066"/>
            <a:ext cx="1852808" cy="5130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 name="ZoneTexte 24">
            <a:extLst>
              <a:ext uri="{FF2B5EF4-FFF2-40B4-BE49-F238E27FC236}">
                <a16:creationId xmlns:a16="http://schemas.microsoft.com/office/drawing/2014/main" id="{CBC54A2D-ECDF-3306-2AE9-56C968195BCF}"/>
              </a:ext>
            </a:extLst>
          </p:cNvPr>
          <p:cNvSpPr txBox="1"/>
          <p:nvPr/>
        </p:nvSpPr>
        <p:spPr>
          <a:xfrm>
            <a:off x="4211658" y="3256930"/>
            <a:ext cx="2955041" cy="646331"/>
          </a:xfrm>
          <a:prstGeom prst="rect">
            <a:avLst/>
          </a:prstGeom>
          <a:noFill/>
        </p:spPr>
        <p:txBody>
          <a:bodyPr wrap="square" rtlCol="0">
            <a:spAutoFit/>
          </a:bodyPr>
          <a:lstStyle/>
          <a:p>
            <a:pPr algn="ctr"/>
            <a:r>
              <a:rPr lang="fr-FR" dirty="0"/>
              <a:t>2. Digitalisation du document</a:t>
            </a:r>
          </a:p>
          <a:p>
            <a:pPr algn="ctr"/>
            <a:r>
              <a:rPr lang="fr-FR" dirty="0"/>
              <a:t>(processus natif)</a:t>
            </a:r>
          </a:p>
        </p:txBody>
      </p:sp>
      <p:grpSp>
        <p:nvGrpSpPr>
          <p:cNvPr id="34" name="Groupe 33">
            <a:extLst>
              <a:ext uri="{FF2B5EF4-FFF2-40B4-BE49-F238E27FC236}">
                <a16:creationId xmlns:a16="http://schemas.microsoft.com/office/drawing/2014/main" id="{731F6306-6952-2D56-139B-169C62D812FD}"/>
              </a:ext>
            </a:extLst>
          </p:cNvPr>
          <p:cNvGrpSpPr/>
          <p:nvPr/>
        </p:nvGrpSpPr>
        <p:grpSpPr>
          <a:xfrm>
            <a:off x="7603259" y="3744120"/>
            <a:ext cx="2955041" cy="1929164"/>
            <a:chOff x="8174239" y="1327356"/>
            <a:chExt cx="2955041" cy="1929164"/>
          </a:xfrm>
        </p:grpSpPr>
        <p:grpSp>
          <p:nvGrpSpPr>
            <p:cNvPr id="33" name="Groupe 32">
              <a:extLst>
                <a:ext uri="{FF2B5EF4-FFF2-40B4-BE49-F238E27FC236}">
                  <a16:creationId xmlns:a16="http://schemas.microsoft.com/office/drawing/2014/main" id="{340F8E69-4823-B3EF-F08D-692DF3D8ECA6}"/>
                </a:ext>
              </a:extLst>
            </p:cNvPr>
            <p:cNvGrpSpPr/>
            <p:nvPr/>
          </p:nvGrpSpPr>
          <p:grpSpPr>
            <a:xfrm>
              <a:off x="8174239" y="1327356"/>
              <a:ext cx="2955041" cy="1829501"/>
              <a:chOff x="8174239" y="1327356"/>
              <a:chExt cx="2955041" cy="1829501"/>
            </a:xfrm>
          </p:grpSpPr>
          <p:pic>
            <p:nvPicPr>
              <p:cNvPr id="31" name="Graphique 30" descr="Serveur avec un remplissage uni">
                <a:extLst>
                  <a:ext uri="{FF2B5EF4-FFF2-40B4-BE49-F238E27FC236}">
                    <a16:creationId xmlns:a16="http://schemas.microsoft.com/office/drawing/2014/main" id="{8C2A3B84-D76B-BD4F-1A28-16E5A65A65C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837877" y="1529091"/>
                <a:ext cx="1627766" cy="1627766"/>
              </a:xfrm>
              <a:prstGeom prst="rect">
                <a:avLst/>
              </a:prstGeom>
            </p:spPr>
          </p:pic>
          <p:sp>
            <p:nvSpPr>
              <p:cNvPr id="32" name="ZoneTexte 31">
                <a:extLst>
                  <a:ext uri="{FF2B5EF4-FFF2-40B4-BE49-F238E27FC236}">
                    <a16:creationId xmlns:a16="http://schemas.microsoft.com/office/drawing/2014/main" id="{1D25AD7A-6DEC-D7C2-3168-B0976FEE02D8}"/>
                  </a:ext>
                </a:extLst>
              </p:cNvPr>
              <p:cNvSpPr txBox="1"/>
              <p:nvPr/>
            </p:nvSpPr>
            <p:spPr>
              <a:xfrm>
                <a:off x="8174239" y="1327356"/>
                <a:ext cx="2955041" cy="369332"/>
              </a:xfrm>
              <a:prstGeom prst="rect">
                <a:avLst/>
              </a:prstGeom>
              <a:noFill/>
            </p:spPr>
            <p:txBody>
              <a:bodyPr wrap="square" rtlCol="0">
                <a:spAutoFit/>
              </a:bodyPr>
              <a:lstStyle/>
              <a:p>
                <a:pPr algn="ctr"/>
                <a:r>
                  <a:rPr lang="fr-FR" dirty="0"/>
                  <a:t>Serveur OCR</a:t>
                </a:r>
              </a:p>
            </p:txBody>
          </p:sp>
        </p:grpSp>
        <p:pic>
          <p:nvPicPr>
            <p:cNvPr id="1026" name="Picture 2" descr="python - Official Image | Docker Hub">
              <a:extLst>
                <a:ext uri="{FF2B5EF4-FFF2-40B4-BE49-F238E27FC236}">
                  <a16:creationId xmlns:a16="http://schemas.microsoft.com/office/drawing/2014/main" id="{1C9927A5-2D5B-2E04-C8E2-6E2E4FCF926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025502" y="2609550"/>
              <a:ext cx="646970" cy="646970"/>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35" name="Connecteur droit avec flèche 34">
            <a:extLst>
              <a:ext uri="{FF2B5EF4-FFF2-40B4-BE49-F238E27FC236}">
                <a16:creationId xmlns:a16="http://schemas.microsoft.com/office/drawing/2014/main" id="{32D823DF-666D-7ED3-A0F9-DA8F18D3067F}"/>
              </a:ext>
            </a:extLst>
          </p:cNvPr>
          <p:cNvCxnSpPr>
            <a:cxnSpLocks/>
          </p:cNvCxnSpPr>
          <p:nvPr/>
        </p:nvCxnSpPr>
        <p:spPr>
          <a:xfrm>
            <a:off x="3129158" y="4708702"/>
            <a:ext cx="525190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9" name="ZoneTexte 38">
            <a:extLst>
              <a:ext uri="{FF2B5EF4-FFF2-40B4-BE49-F238E27FC236}">
                <a16:creationId xmlns:a16="http://schemas.microsoft.com/office/drawing/2014/main" id="{8EC9EA36-6A6C-E20F-DADB-47668691BE62}"/>
              </a:ext>
            </a:extLst>
          </p:cNvPr>
          <p:cNvSpPr txBox="1"/>
          <p:nvPr/>
        </p:nvSpPr>
        <p:spPr>
          <a:xfrm>
            <a:off x="3599959" y="4394070"/>
            <a:ext cx="4310305" cy="646331"/>
          </a:xfrm>
          <a:prstGeom prst="rect">
            <a:avLst/>
          </a:prstGeom>
          <a:noFill/>
        </p:spPr>
        <p:txBody>
          <a:bodyPr wrap="square" rtlCol="0">
            <a:spAutoFit/>
          </a:bodyPr>
          <a:lstStyle/>
          <a:p>
            <a:pPr algn="ctr"/>
            <a:r>
              <a:rPr lang="fr-FR" dirty="0"/>
              <a:t>3. Envoie du document digitalisé à l’analyse</a:t>
            </a:r>
          </a:p>
          <a:p>
            <a:pPr algn="ctr"/>
            <a:r>
              <a:rPr lang="fr-FR" dirty="0"/>
              <a:t>Via REST API</a:t>
            </a:r>
          </a:p>
        </p:txBody>
      </p:sp>
      <p:cxnSp>
        <p:nvCxnSpPr>
          <p:cNvPr id="40" name="Connecteur droit avec flèche 39">
            <a:extLst>
              <a:ext uri="{FF2B5EF4-FFF2-40B4-BE49-F238E27FC236}">
                <a16:creationId xmlns:a16="http://schemas.microsoft.com/office/drawing/2014/main" id="{96F3C091-7AA7-B028-3FB5-265273717B24}"/>
              </a:ext>
            </a:extLst>
          </p:cNvPr>
          <p:cNvCxnSpPr>
            <a:cxnSpLocks/>
          </p:cNvCxnSpPr>
          <p:nvPr/>
        </p:nvCxnSpPr>
        <p:spPr>
          <a:xfrm flipH="1">
            <a:off x="3129158" y="5094515"/>
            <a:ext cx="525190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1" name="ZoneTexte 40">
            <a:extLst>
              <a:ext uri="{FF2B5EF4-FFF2-40B4-BE49-F238E27FC236}">
                <a16:creationId xmlns:a16="http://schemas.microsoft.com/office/drawing/2014/main" id="{C6AA0EA0-4ABD-1361-E08B-5CEB1276EE7B}"/>
              </a:ext>
            </a:extLst>
          </p:cNvPr>
          <p:cNvSpPr txBox="1"/>
          <p:nvPr/>
        </p:nvSpPr>
        <p:spPr>
          <a:xfrm>
            <a:off x="3599959" y="5124563"/>
            <a:ext cx="4310305" cy="369332"/>
          </a:xfrm>
          <a:prstGeom prst="rect">
            <a:avLst/>
          </a:prstGeom>
          <a:noFill/>
        </p:spPr>
        <p:txBody>
          <a:bodyPr wrap="square" rtlCol="0">
            <a:spAutoFit/>
          </a:bodyPr>
          <a:lstStyle/>
          <a:p>
            <a:pPr algn="ctr"/>
            <a:r>
              <a:rPr lang="fr-FR" dirty="0"/>
              <a:t>4. Retourne la transcription (JSON)</a:t>
            </a:r>
          </a:p>
        </p:txBody>
      </p:sp>
      <p:sp>
        <p:nvSpPr>
          <p:cNvPr id="46" name="Demi-tour 45">
            <a:extLst>
              <a:ext uri="{FF2B5EF4-FFF2-40B4-BE49-F238E27FC236}">
                <a16:creationId xmlns:a16="http://schemas.microsoft.com/office/drawing/2014/main" id="{D719109D-FC4A-E2E8-8177-148EFCF40071}"/>
              </a:ext>
            </a:extLst>
          </p:cNvPr>
          <p:cNvSpPr/>
          <p:nvPr/>
        </p:nvSpPr>
        <p:spPr>
          <a:xfrm rot="9043620">
            <a:off x="2639909" y="5565001"/>
            <a:ext cx="775116" cy="524518"/>
          </a:xfrm>
          <a:prstGeom prst="utur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fr-FR">
              <a:solidFill>
                <a:schemeClr val="tx1"/>
              </a:solidFill>
            </a:endParaRPr>
          </a:p>
        </p:txBody>
      </p:sp>
      <p:sp>
        <p:nvSpPr>
          <p:cNvPr id="47" name="ZoneTexte 46">
            <a:extLst>
              <a:ext uri="{FF2B5EF4-FFF2-40B4-BE49-F238E27FC236}">
                <a16:creationId xmlns:a16="http://schemas.microsoft.com/office/drawing/2014/main" id="{5AE8212A-D5AE-2525-C48F-6670D36EAA7D}"/>
              </a:ext>
            </a:extLst>
          </p:cNvPr>
          <p:cNvSpPr txBox="1"/>
          <p:nvPr/>
        </p:nvSpPr>
        <p:spPr>
          <a:xfrm>
            <a:off x="3411793" y="5703537"/>
            <a:ext cx="8473909" cy="646331"/>
          </a:xfrm>
          <a:prstGeom prst="rect">
            <a:avLst/>
          </a:prstGeom>
          <a:noFill/>
        </p:spPr>
        <p:txBody>
          <a:bodyPr wrap="square" rtlCol="0">
            <a:spAutoFit/>
          </a:bodyPr>
          <a:lstStyle/>
          <a:p>
            <a:r>
              <a:rPr lang="fr-FR" dirty="0"/>
              <a:t>5. Matching des colonnes avec les champs (arbitraire, imposé par le format d’import)</a:t>
            </a:r>
          </a:p>
          <a:p>
            <a:r>
              <a:rPr lang="fr-FR" dirty="0"/>
              <a:t>6. Insertion des valeurs transcrites dans les champs du formulaire</a:t>
            </a:r>
          </a:p>
        </p:txBody>
      </p:sp>
      <p:grpSp>
        <p:nvGrpSpPr>
          <p:cNvPr id="6" name="Groupe 5">
            <a:extLst>
              <a:ext uri="{FF2B5EF4-FFF2-40B4-BE49-F238E27FC236}">
                <a16:creationId xmlns:a16="http://schemas.microsoft.com/office/drawing/2014/main" id="{72EDD741-25D6-7277-E4C9-6B500429793A}"/>
              </a:ext>
            </a:extLst>
          </p:cNvPr>
          <p:cNvGrpSpPr/>
          <p:nvPr/>
        </p:nvGrpSpPr>
        <p:grpSpPr>
          <a:xfrm>
            <a:off x="0" y="2071924"/>
            <a:ext cx="4071257" cy="3755336"/>
            <a:chOff x="0" y="2071924"/>
            <a:chExt cx="4071257" cy="3755336"/>
          </a:xfrm>
        </p:grpSpPr>
        <p:grpSp>
          <p:nvGrpSpPr>
            <p:cNvPr id="14" name="Groupe 13">
              <a:extLst>
                <a:ext uri="{FF2B5EF4-FFF2-40B4-BE49-F238E27FC236}">
                  <a16:creationId xmlns:a16="http://schemas.microsoft.com/office/drawing/2014/main" id="{4830BF1C-A951-7CFF-0357-0B2A89F5D9F5}"/>
                </a:ext>
              </a:extLst>
            </p:cNvPr>
            <p:cNvGrpSpPr/>
            <p:nvPr/>
          </p:nvGrpSpPr>
          <p:grpSpPr>
            <a:xfrm>
              <a:off x="0" y="2300288"/>
              <a:ext cx="4071257" cy="3526972"/>
              <a:chOff x="0" y="1513115"/>
              <a:chExt cx="4071257" cy="3526972"/>
            </a:xfrm>
          </p:grpSpPr>
          <p:pic>
            <p:nvPicPr>
              <p:cNvPr id="4" name="Image 3">
                <a:extLst>
                  <a:ext uri="{FF2B5EF4-FFF2-40B4-BE49-F238E27FC236}">
                    <a16:creationId xmlns:a16="http://schemas.microsoft.com/office/drawing/2014/main" id="{DD42165B-982F-FD1A-FCA4-12A8C2DC16FE}"/>
                  </a:ext>
                </a:extLst>
              </p:cNvPr>
              <p:cNvPicPr>
                <a:picLocks noChangeAspect="1"/>
              </p:cNvPicPr>
              <p:nvPr/>
            </p:nvPicPr>
            <p:blipFill>
              <a:blip r:embed="rId7"/>
              <a:stretch>
                <a:fillRect/>
              </a:stretch>
            </p:blipFill>
            <p:spPr>
              <a:xfrm>
                <a:off x="1226471" y="2103437"/>
                <a:ext cx="1607427" cy="2421366"/>
              </a:xfrm>
              <a:prstGeom prst="rect">
                <a:avLst/>
              </a:prstGeom>
            </p:spPr>
          </p:pic>
          <p:pic>
            <p:nvPicPr>
              <p:cNvPr id="8" name="Graphique 7" descr="Smartphone avec un remplissage uni">
                <a:extLst>
                  <a:ext uri="{FF2B5EF4-FFF2-40B4-BE49-F238E27FC236}">
                    <a16:creationId xmlns:a16="http://schemas.microsoft.com/office/drawing/2014/main" id="{CACA05EF-805E-05D3-B77C-089E768676F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0" y="1513115"/>
                <a:ext cx="4071257" cy="3526972"/>
              </a:xfrm>
              <a:prstGeom prst="rect">
                <a:avLst/>
              </a:prstGeom>
            </p:spPr>
          </p:pic>
        </p:grpSp>
        <p:pic>
          <p:nvPicPr>
            <p:cNvPr id="5" name="Picture 2" descr="Flutter Icons, Logos, Symbols - Free Download in SVG, PNG">
              <a:extLst>
                <a:ext uri="{FF2B5EF4-FFF2-40B4-BE49-F238E27FC236}">
                  <a16:creationId xmlns:a16="http://schemas.microsoft.com/office/drawing/2014/main" id="{CD26764B-604F-6401-1ABE-4AB44F0F68A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94330" y="2071924"/>
              <a:ext cx="646970" cy="64697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0311904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F4814-F936-03C7-27E4-F9C4E2905985}"/>
            </a:ext>
          </a:extLst>
        </p:cNvPr>
        <p:cNvGrpSpPr/>
        <p:nvPr/>
      </p:nvGrpSpPr>
      <p:grpSpPr>
        <a:xfrm>
          <a:off x="0" y="0"/>
          <a:ext cx="0" cy="0"/>
          <a:chOff x="0" y="0"/>
          <a:chExt cx="0" cy="0"/>
        </a:xfrm>
      </p:grpSpPr>
      <p:sp>
        <p:nvSpPr>
          <p:cNvPr id="10" name="Titre 1">
            <a:extLst>
              <a:ext uri="{FF2B5EF4-FFF2-40B4-BE49-F238E27FC236}">
                <a16:creationId xmlns:a16="http://schemas.microsoft.com/office/drawing/2014/main" id="{FE1E5E08-16C3-C76E-F355-1C75719D75F2}"/>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t>Résultats en vidéo : 1ers tests concluants</a:t>
            </a:r>
          </a:p>
        </p:txBody>
      </p:sp>
      <p:pic>
        <p:nvPicPr>
          <p:cNvPr id="3" name="ocr_table">
            <a:hlinkClick r:id="" action="ppaction://media"/>
            <a:extLst>
              <a:ext uri="{FF2B5EF4-FFF2-40B4-BE49-F238E27FC236}">
                <a16:creationId xmlns:a16="http://schemas.microsoft.com/office/drawing/2014/main" id="{A7865458-4060-C7C1-B384-BE3FD06F44A7}"/>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3496913" y="1202322"/>
            <a:ext cx="2314140" cy="5142533"/>
          </a:xfrm>
          <a:prstGeom prst="rect">
            <a:avLst/>
          </a:prstGeom>
        </p:spPr>
      </p:pic>
      <p:pic>
        <p:nvPicPr>
          <p:cNvPr id="5" name="ocr_checkbox">
            <a:hlinkClick r:id="" action="ppaction://media"/>
            <a:extLst>
              <a:ext uri="{FF2B5EF4-FFF2-40B4-BE49-F238E27FC236}">
                <a16:creationId xmlns:a16="http://schemas.microsoft.com/office/drawing/2014/main" id="{912F9FF6-E357-CB4B-B481-30ACD859A304}"/>
              </a:ext>
            </a:extLst>
          </p:cNvPr>
          <p:cNvPicPr>
            <a:picLocks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6380949" y="1202322"/>
            <a:ext cx="2314139" cy="5142531"/>
          </a:xfrm>
          <a:prstGeom prst="rect">
            <a:avLst/>
          </a:prstGeom>
        </p:spPr>
      </p:pic>
      <p:sp>
        <p:nvSpPr>
          <p:cNvPr id="6" name="ZoneTexte 5">
            <a:extLst>
              <a:ext uri="{FF2B5EF4-FFF2-40B4-BE49-F238E27FC236}">
                <a16:creationId xmlns:a16="http://schemas.microsoft.com/office/drawing/2014/main" id="{2C406B6A-549B-5C1E-5EA7-6BB403217E91}"/>
              </a:ext>
            </a:extLst>
          </p:cNvPr>
          <p:cNvSpPr txBox="1"/>
          <p:nvPr/>
        </p:nvSpPr>
        <p:spPr>
          <a:xfrm>
            <a:off x="719137" y="1202322"/>
            <a:ext cx="2492828" cy="646331"/>
          </a:xfrm>
          <a:prstGeom prst="rect">
            <a:avLst/>
          </a:prstGeom>
          <a:noFill/>
        </p:spPr>
        <p:txBody>
          <a:bodyPr wrap="square" rtlCol="0">
            <a:spAutoFit/>
          </a:bodyPr>
          <a:lstStyle/>
          <a:p>
            <a:pPr algn="ctr"/>
            <a:r>
              <a:rPr lang="fr-FR" dirty="0"/>
              <a:t>Ecriture manuscrite dans un tableau</a:t>
            </a:r>
          </a:p>
        </p:txBody>
      </p:sp>
      <p:sp>
        <p:nvSpPr>
          <p:cNvPr id="7" name="ZoneTexte 6">
            <a:extLst>
              <a:ext uri="{FF2B5EF4-FFF2-40B4-BE49-F238E27FC236}">
                <a16:creationId xmlns:a16="http://schemas.microsoft.com/office/drawing/2014/main" id="{22D76F02-BF83-4699-B087-FD935D8B81F4}"/>
              </a:ext>
            </a:extLst>
          </p:cNvPr>
          <p:cNvSpPr txBox="1"/>
          <p:nvPr/>
        </p:nvSpPr>
        <p:spPr>
          <a:xfrm>
            <a:off x="9283232" y="1202322"/>
            <a:ext cx="2492828" cy="646331"/>
          </a:xfrm>
          <a:prstGeom prst="rect">
            <a:avLst/>
          </a:prstGeom>
          <a:noFill/>
        </p:spPr>
        <p:txBody>
          <a:bodyPr wrap="square" rtlCol="0">
            <a:spAutoFit/>
          </a:bodyPr>
          <a:lstStyle/>
          <a:p>
            <a:pPr algn="ctr"/>
            <a:r>
              <a:rPr lang="fr-FR" dirty="0"/>
              <a:t>Ecriture imprimée avec </a:t>
            </a:r>
            <a:r>
              <a:rPr lang="fr-FR" dirty="0" err="1"/>
              <a:t>checkbox</a:t>
            </a:r>
            <a:endParaRPr lang="fr-FR" dirty="0"/>
          </a:p>
        </p:txBody>
      </p:sp>
      <p:pic>
        <p:nvPicPr>
          <p:cNvPr id="11" name="Image 10" descr="Une image contenant texte, écriture manuscrite, papier, Produit en papier&#10;&#10;Description générée automatiquement">
            <a:extLst>
              <a:ext uri="{FF2B5EF4-FFF2-40B4-BE49-F238E27FC236}">
                <a16:creationId xmlns:a16="http://schemas.microsoft.com/office/drawing/2014/main" id="{88531778-22E8-B9E8-B076-8462A62B660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88385" y="2405743"/>
            <a:ext cx="2954332" cy="393911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3" name="Image 12" descr="Une image contenant texte, capture d’écran, algèbre&#10;&#10;Description générée automatiquement">
            <a:extLst>
              <a:ext uri="{FF2B5EF4-FFF2-40B4-BE49-F238E27FC236}">
                <a16:creationId xmlns:a16="http://schemas.microsoft.com/office/drawing/2014/main" id="{9F32BC70-590F-2306-865A-641C40A7543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003934" y="2286000"/>
            <a:ext cx="3051423" cy="393911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579784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3625" fill="hold"/>
                                        <p:tgtEl>
                                          <p:spTgt spid="3"/>
                                        </p:tgtEl>
                                      </p:cBhvr>
                                    </p:cmd>
                                  </p:childTnLst>
                                </p:cTn>
                              </p:par>
                            </p:childTnLst>
                          </p:cTn>
                        </p:par>
                        <p:par>
                          <p:cTn id="7" fill="hold">
                            <p:stCondLst>
                              <p:cond delay="23625"/>
                            </p:stCondLst>
                            <p:childTnLst>
                              <p:par>
                                <p:cTn id="8" presetID="1" presetClass="mediacall" presetSubtype="0" fill="hold" nodeType="afterEffect">
                                  <p:stCondLst>
                                    <p:cond delay="0"/>
                                  </p:stCondLst>
                                  <p:childTnLst>
                                    <p:cmd type="call" cmd="playFrom(0.0)">
                                      <p:cBhvr>
                                        <p:cTn id="9" dur="1720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0" repeatCount="indefinite" fill="hold" display="0">
                  <p:stCondLst>
                    <p:cond delay="indefinite"/>
                  </p:stCondLst>
                </p:cTn>
                <p:tgtEl>
                  <p:spTgt spid="3"/>
                </p:tgtEl>
              </p:cMediaNode>
            </p:video>
            <p:seq concurrent="1" nextAc="seek">
              <p:cTn id="11" restart="whenNotActive" fill="hold" evtFilter="cancelBubble" nodeType="interactiveSeq">
                <p:stCondLst>
                  <p:cond evt="onClick" delay="0">
                    <p:tgtEl>
                      <p:spTgt spid="3"/>
                    </p:tgtEl>
                  </p:cond>
                </p:stCondLst>
                <p:endSync evt="end" delay="0">
                  <p:rtn val="all"/>
                </p:endSync>
                <p:childTnLst>
                  <p:par>
                    <p:cTn id="12" fill="hold">
                      <p:stCondLst>
                        <p:cond delay="0"/>
                      </p:stCondLst>
                      <p:childTnLst>
                        <p:par>
                          <p:cTn id="13" fill="hold">
                            <p:stCondLst>
                              <p:cond delay="0"/>
                            </p:stCondLst>
                            <p:childTnLst>
                              <p:par>
                                <p:cTn id="14" presetID="2" presetClass="mediacall" presetSubtype="0" fill="hold" nodeType="clickEffect">
                                  <p:stCondLst>
                                    <p:cond delay="0"/>
                                  </p:stCondLst>
                                  <p:childTnLst>
                                    <p:cmd type="call" cmd="togglePause">
                                      <p:cBhvr>
                                        <p:cTn id="15" dur="1" fill="hold"/>
                                        <p:tgtEl>
                                          <p:spTgt spid="3"/>
                                        </p:tgtEl>
                                      </p:cBhvr>
                                    </p:cmd>
                                  </p:childTnLst>
                                </p:cTn>
                              </p:par>
                            </p:childTnLst>
                          </p:cTn>
                        </p:par>
                      </p:childTnLst>
                    </p:cTn>
                  </p:par>
                </p:childTnLst>
              </p:cTn>
              <p:nextCondLst>
                <p:cond evt="onClick" delay="0">
                  <p:tgtEl>
                    <p:spTgt spid="3"/>
                  </p:tgtEl>
                </p:cond>
              </p:nextCondLst>
            </p:seq>
            <p:video>
              <p:cMediaNode vol="80000">
                <p:cTn id="16" repeatCount="indefinite" fill="hold" display="0">
                  <p:stCondLst>
                    <p:cond delay="indefinite"/>
                  </p:stCondLst>
                </p:cTn>
                <p:tgtEl>
                  <p:spTgt spid="5"/>
                </p:tgtEl>
              </p:cMediaNode>
            </p:video>
            <p:seq concurrent="1" nextAc="seek">
              <p:cTn id="17" restart="whenNotActive" fill="hold" evtFilter="cancelBubble" nodeType="interactiveSeq">
                <p:stCondLst>
                  <p:cond evt="onClick" delay="0">
                    <p:tgtEl>
                      <p:spTgt spid="5"/>
                    </p:tgtEl>
                  </p:cond>
                </p:stCondLst>
                <p:endSync evt="end" delay="0">
                  <p:rtn val="all"/>
                </p:endSync>
                <p:childTnLst>
                  <p:par>
                    <p:cTn id="18" fill="hold">
                      <p:stCondLst>
                        <p:cond delay="0"/>
                      </p:stCondLst>
                      <p:childTnLst>
                        <p:par>
                          <p:cTn id="19" fill="hold">
                            <p:stCondLst>
                              <p:cond delay="0"/>
                            </p:stCondLst>
                            <p:childTnLst>
                              <p:par>
                                <p:cTn id="20" presetID="2" presetClass="mediacall" presetSubtype="0" fill="hold" nodeType="clickEffect">
                                  <p:stCondLst>
                                    <p:cond delay="0"/>
                                  </p:stCondLst>
                                  <p:childTnLst>
                                    <p:cmd type="call" cmd="togglePause">
                                      <p:cBhvr>
                                        <p:cTn id="21"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8DDEB-3154-9B03-8D71-46D7749ACBF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0887A73-BB84-8855-6C44-C696351F0813}"/>
              </a:ext>
            </a:extLst>
          </p:cNvPr>
          <p:cNvSpPr>
            <a:spLocks noGrp="1"/>
          </p:cNvSpPr>
          <p:nvPr>
            <p:ph type="title"/>
          </p:nvPr>
        </p:nvSpPr>
        <p:spPr/>
        <p:txBody>
          <a:bodyPr/>
          <a:lstStyle/>
          <a:p>
            <a:r>
              <a:rPr lang="fr-FR" dirty="0"/>
              <a:t>Pistes d’amélioration</a:t>
            </a:r>
          </a:p>
        </p:txBody>
      </p:sp>
      <p:graphicFrame>
        <p:nvGraphicFramePr>
          <p:cNvPr id="7" name="Tableau 7">
            <a:extLst>
              <a:ext uri="{FF2B5EF4-FFF2-40B4-BE49-F238E27FC236}">
                <a16:creationId xmlns:a16="http://schemas.microsoft.com/office/drawing/2014/main" id="{5DDE8B14-F0C0-8E02-7962-B8E8B0617BAF}"/>
              </a:ext>
            </a:extLst>
          </p:cNvPr>
          <p:cNvGraphicFramePr>
            <a:graphicFrameLocks noGrp="1"/>
          </p:cNvGraphicFramePr>
          <p:nvPr>
            <p:extLst>
              <p:ext uri="{D42A27DB-BD31-4B8C-83A1-F6EECF244321}">
                <p14:modId xmlns:p14="http://schemas.microsoft.com/office/powerpoint/2010/main" val="3763975725"/>
              </p:ext>
            </p:extLst>
          </p:nvPr>
        </p:nvGraphicFramePr>
        <p:xfrm>
          <a:off x="838200" y="1340610"/>
          <a:ext cx="10515600" cy="4516120"/>
        </p:xfrm>
        <a:graphic>
          <a:graphicData uri="http://schemas.openxmlformats.org/drawingml/2006/table">
            <a:tbl>
              <a:tblPr firstRow="1" bandRow="1">
                <a:tableStyleId>{5C22544A-7EE6-4342-B048-85BDC9FD1C3A}</a:tableStyleId>
              </a:tblPr>
              <a:tblGrid>
                <a:gridCol w="10515600">
                  <a:extLst>
                    <a:ext uri="{9D8B030D-6E8A-4147-A177-3AD203B41FA5}">
                      <a16:colId xmlns:a16="http://schemas.microsoft.com/office/drawing/2014/main" val="1703815001"/>
                    </a:ext>
                  </a:extLst>
                </a:gridCol>
              </a:tblGrid>
              <a:tr h="370840">
                <a:tc>
                  <a:txBody>
                    <a:bodyPr/>
                    <a:lstStyle/>
                    <a:p>
                      <a:r>
                        <a:rPr lang="fr-FR" sz="1400" dirty="0"/>
                        <a:t>Reconnaissance optique de caractères (OCR)</a:t>
                      </a:r>
                    </a:p>
                  </a:txBody>
                  <a:tcPr/>
                </a:tc>
                <a:extLst>
                  <a:ext uri="{0D108BD9-81ED-4DB2-BD59-A6C34878D82A}">
                    <a16:rowId xmlns:a16="http://schemas.microsoft.com/office/drawing/2014/main" val="1819028778"/>
                  </a:ext>
                </a:extLst>
              </a:tr>
              <a:tr h="370840">
                <a:tc>
                  <a:txBody>
                    <a:bodyPr/>
                    <a:lstStyle/>
                    <a:p>
                      <a:r>
                        <a:rPr lang="fr-FR" sz="1400" b="1" u="sng" dirty="0"/>
                        <a:t>Pré-traitement</a:t>
                      </a:r>
                    </a:p>
                    <a:p>
                      <a:endParaRPr lang="fr-FR" sz="1400" b="1" u="sng" dirty="0"/>
                    </a:p>
                    <a:p>
                      <a:r>
                        <a:rPr lang="fr-FR" sz="1400" b="1" dirty="0"/>
                        <a:t>Amélioration de la qualité de l'image</a:t>
                      </a:r>
                      <a:endParaRPr lang="fr-FR" sz="1400" dirty="0"/>
                    </a:p>
                    <a:p>
                      <a:pPr lvl="1"/>
                      <a:r>
                        <a:rPr lang="fr-FR" sz="1400" b="1" dirty="0"/>
                        <a:t>Redressement d'image</a:t>
                      </a:r>
                      <a:r>
                        <a:rPr lang="fr-FR" sz="1400" dirty="0"/>
                        <a:t> : utiliser des algorithmes pour redresser les images prises sous un angle. </a:t>
                      </a:r>
                    </a:p>
                    <a:p>
                      <a:pPr lvl="1"/>
                      <a:r>
                        <a:rPr lang="fr-FR" sz="1400" b="1" dirty="0"/>
                        <a:t>Filtrage</a:t>
                      </a:r>
                      <a:r>
                        <a:rPr lang="fr-FR" sz="1400" dirty="0"/>
                        <a:t> : appliquer des filtres pour réduire le bruit et améliorer le contraste.</a:t>
                      </a:r>
                    </a:p>
                    <a:p>
                      <a:pPr lvl="1"/>
                      <a:endParaRPr lang="fr-FR" sz="1400" dirty="0"/>
                    </a:p>
                    <a:p>
                      <a:r>
                        <a:rPr lang="fr-FR" sz="1400" b="1" dirty="0"/>
                        <a:t>Normalisation</a:t>
                      </a:r>
                      <a:endParaRPr lang="fr-FR" sz="1400" dirty="0"/>
                    </a:p>
                    <a:p>
                      <a:pPr lvl="1"/>
                      <a:r>
                        <a:rPr lang="fr-FR" sz="1400" b="1" dirty="0"/>
                        <a:t>Normalisation de la taille</a:t>
                      </a:r>
                      <a:r>
                        <a:rPr lang="fr-FR" sz="1400" dirty="0"/>
                        <a:t> : redimensionner les images à une taille standard pour une meilleure cohérence.</a:t>
                      </a:r>
                    </a:p>
                    <a:p>
                      <a:pPr lvl="1"/>
                      <a:r>
                        <a:rPr lang="fr-FR" sz="1400" b="1" dirty="0"/>
                        <a:t>Normalisation de la lumière</a:t>
                      </a:r>
                      <a:r>
                        <a:rPr lang="fr-FR" sz="1400" dirty="0"/>
                        <a:t> : ajuster la luminosité et le contraste pour uniformiser les conditions d'éclairage.</a:t>
                      </a:r>
                    </a:p>
                    <a:p>
                      <a:pPr lvl="1"/>
                      <a:endParaRPr lang="fr-FR" sz="1400" dirty="0"/>
                    </a:p>
                    <a:p>
                      <a:r>
                        <a:rPr lang="fr-FR" sz="1400" b="1" u="sng" dirty="0"/>
                        <a:t>Post-traitement</a:t>
                      </a:r>
                    </a:p>
                    <a:p>
                      <a:endParaRPr lang="fr-FR" sz="1400" b="1" u="sng" dirty="0"/>
                    </a:p>
                    <a:p>
                      <a:r>
                        <a:rPr lang="fr-FR" sz="1400" b="1" dirty="0"/>
                        <a:t>Correction d'erreurs</a:t>
                      </a:r>
                      <a:endParaRPr lang="fr-FR" sz="1400" dirty="0"/>
                    </a:p>
                    <a:p>
                      <a:pPr lvl="1"/>
                      <a:r>
                        <a:rPr lang="fr-FR" sz="1400" b="1" dirty="0"/>
                        <a:t>Dictionnaires et modèles de langue</a:t>
                      </a:r>
                      <a:r>
                        <a:rPr lang="fr-FR" sz="1400" dirty="0"/>
                        <a:t> : utiliser des dictionnaires et des modèles de langue pour corriger les erreurs de reconnaissance.</a:t>
                      </a:r>
                    </a:p>
                    <a:p>
                      <a:pPr lvl="1"/>
                      <a:r>
                        <a:rPr lang="fr-FR" sz="1400" b="1" dirty="0"/>
                        <a:t>Contexte sémantique</a:t>
                      </a:r>
                      <a:r>
                        <a:rPr lang="fr-FR" sz="1400" dirty="0"/>
                        <a:t> : appliquer des algorithmes pour comprendre le contexte et corriger les erreurs en fonction du sens.</a:t>
                      </a:r>
                    </a:p>
                    <a:p>
                      <a:pPr lvl="1"/>
                      <a:endParaRPr lang="fr-FR" sz="1400" dirty="0"/>
                    </a:p>
                    <a:p>
                      <a:r>
                        <a:rPr lang="fr-FR" sz="1400" b="1" dirty="0"/>
                        <a:t>Validation des données</a:t>
                      </a:r>
                      <a:endParaRPr lang="fr-FR" sz="1400" dirty="0"/>
                    </a:p>
                    <a:p>
                      <a:pPr lvl="1"/>
                      <a:r>
                        <a:rPr lang="fr-FR" sz="1400" b="1" dirty="0"/>
                        <a:t>Vérification de cohérence</a:t>
                      </a:r>
                      <a:r>
                        <a:rPr lang="fr-FR" sz="1400" dirty="0"/>
                        <a:t> : vérifier la cohérence des données reconnues avec les attentes du système.</a:t>
                      </a:r>
                    </a:p>
                    <a:p>
                      <a:pPr lvl="1"/>
                      <a:r>
                        <a:rPr lang="fr-FR" sz="1400" b="1" dirty="0"/>
                        <a:t>Système de feedback utilisateur</a:t>
                      </a:r>
                      <a:r>
                        <a:rPr lang="fr-FR" sz="1400" dirty="0"/>
                        <a:t> : permettre aux utilisateurs de corriger manuellement les erreurs et d'améliorer le modèle.</a:t>
                      </a:r>
                    </a:p>
                  </a:txBody>
                  <a:tcPr/>
                </a:tc>
                <a:extLst>
                  <a:ext uri="{0D108BD9-81ED-4DB2-BD59-A6C34878D82A}">
                    <a16:rowId xmlns:a16="http://schemas.microsoft.com/office/drawing/2014/main" val="2897549352"/>
                  </a:ext>
                </a:extLst>
              </a:tr>
            </a:tbl>
          </a:graphicData>
        </a:graphic>
      </p:graphicFrame>
    </p:spTree>
    <p:extLst>
      <p:ext uri="{BB962C8B-B14F-4D97-AF65-F5344CB8AC3E}">
        <p14:creationId xmlns:p14="http://schemas.microsoft.com/office/powerpoint/2010/main" val="34309771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79259-4F0F-A1F2-8DF9-FD533CB2080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4689FF2-F1FD-7EB4-C13B-DA3262C7ADA4}"/>
              </a:ext>
            </a:extLst>
          </p:cNvPr>
          <p:cNvSpPr>
            <a:spLocks noGrp="1"/>
          </p:cNvSpPr>
          <p:nvPr>
            <p:ph type="ctrTitle"/>
          </p:nvPr>
        </p:nvSpPr>
        <p:spPr/>
        <p:txBody>
          <a:bodyPr>
            <a:normAutofit/>
          </a:bodyPr>
          <a:lstStyle/>
          <a:p>
            <a:r>
              <a:rPr lang="fr-FR" b="1" dirty="0">
                <a:solidFill>
                  <a:schemeClr val="accent2"/>
                </a:solidFill>
              </a:rPr>
              <a:t>Reconnaissance Vocale</a:t>
            </a:r>
          </a:p>
        </p:txBody>
      </p:sp>
      <p:sp>
        <p:nvSpPr>
          <p:cNvPr id="3" name="Sous-titre 2">
            <a:extLst>
              <a:ext uri="{FF2B5EF4-FFF2-40B4-BE49-F238E27FC236}">
                <a16:creationId xmlns:a16="http://schemas.microsoft.com/office/drawing/2014/main" id="{48B4EF3F-8282-5F5D-00F7-FD748F52B694}"/>
              </a:ext>
            </a:extLst>
          </p:cNvPr>
          <p:cNvSpPr>
            <a:spLocks noGrp="1"/>
          </p:cNvSpPr>
          <p:nvPr>
            <p:ph type="subTitle" idx="1"/>
          </p:nvPr>
        </p:nvSpPr>
        <p:spPr/>
        <p:txBody>
          <a:bodyPr/>
          <a:lstStyle/>
          <a:p>
            <a:r>
              <a:rPr lang="fr-FR" b="1" dirty="0">
                <a:solidFill>
                  <a:schemeClr val="accent2"/>
                </a:solidFill>
              </a:rPr>
              <a:t>(Speech Recognition, SR)</a:t>
            </a:r>
            <a:endParaRPr lang="en-GB" dirty="0"/>
          </a:p>
        </p:txBody>
      </p:sp>
    </p:spTree>
    <p:extLst>
      <p:ext uri="{BB962C8B-B14F-4D97-AF65-F5344CB8AC3E}">
        <p14:creationId xmlns:p14="http://schemas.microsoft.com/office/powerpoint/2010/main" val="28011791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84D86-6494-724E-875C-35C4FD1DFAE7}"/>
            </a:ext>
          </a:extLst>
        </p:cNvPr>
        <p:cNvGrpSpPr/>
        <p:nvPr/>
      </p:nvGrpSpPr>
      <p:grpSpPr>
        <a:xfrm>
          <a:off x="0" y="0"/>
          <a:ext cx="0" cy="0"/>
          <a:chOff x="0" y="0"/>
          <a:chExt cx="0" cy="0"/>
        </a:xfrm>
      </p:grpSpPr>
      <p:sp>
        <p:nvSpPr>
          <p:cNvPr id="10" name="Titre 1">
            <a:extLst>
              <a:ext uri="{FF2B5EF4-FFF2-40B4-BE49-F238E27FC236}">
                <a16:creationId xmlns:a16="http://schemas.microsoft.com/office/drawing/2014/main" id="{C28F61E5-3561-7862-1DFF-2CA46BFB36A2}"/>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t>Comparatif des SR disponibles</a:t>
            </a:r>
          </a:p>
        </p:txBody>
      </p:sp>
      <p:graphicFrame>
        <p:nvGraphicFramePr>
          <p:cNvPr id="3" name="Tableau 2">
            <a:extLst>
              <a:ext uri="{FF2B5EF4-FFF2-40B4-BE49-F238E27FC236}">
                <a16:creationId xmlns:a16="http://schemas.microsoft.com/office/drawing/2014/main" id="{D9634C0A-3B58-CD73-6E2E-AB420037BBBE}"/>
              </a:ext>
            </a:extLst>
          </p:cNvPr>
          <p:cNvGraphicFramePr>
            <a:graphicFrameLocks noGrp="1"/>
          </p:cNvGraphicFramePr>
          <p:nvPr>
            <p:extLst>
              <p:ext uri="{D42A27DB-BD31-4B8C-83A1-F6EECF244321}">
                <p14:modId xmlns:p14="http://schemas.microsoft.com/office/powerpoint/2010/main" val="3911805285"/>
              </p:ext>
            </p:extLst>
          </p:nvPr>
        </p:nvGraphicFramePr>
        <p:xfrm>
          <a:off x="838200" y="1136967"/>
          <a:ext cx="10515600" cy="4414939"/>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783022992"/>
                    </a:ext>
                  </a:extLst>
                </a:gridCol>
                <a:gridCol w="2103120">
                  <a:extLst>
                    <a:ext uri="{9D8B030D-6E8A-4147-A177-3AD203B41FA5}">
                      <a16:colId xmlns:a16="http://schemas.microsoft.com/office/drawing/2014/main" val="3382047678"/>
                    </a:ext>
                  </a:extLst>
                </a:gridCol>
                <a:gridCol w="2103120">
                  <a:extLst>
                    <a:ext uri="{9D8B030D-6E8A-4147-A177-3AD203B41FA5}">
                      <a16:colId xmlns:a16="http://schemas.microsoft.com/office/drawing/2014/main" val="2884120323"/>
                    </a:ext>
                  </a:extLst>
                </a:gridCol>
                <a:gridCol w="2103120">
                  <a:extLst>
                    <a:ext uri="{9D8B030D-6E8A-4147-A177-3AD203B41FA5}">
                      <a16:colId xmlns:a16="http://schemas.microsoft.com/office/drawing/2014/main" val="275364787"/>
                    </a:ext>
                  </a:extLst>
                </a:gridCol>
                <a:gridCol w="2103120">
                  <a:extLst>
                    <a:ext uri="{9D8B030D-6E8A-4147-A177-3AD203B41FA5}">
                      <a16:colId xmlns:a16="http://schemas.microsoft.com/office/drawing/2014/main" val="1986224141"/>
                    </a:ext>
                  </a:extLst>
                </a:gridCol>
              </a:tblGrid>
              <a:tr h="432387">
                <a:tc>
                  <a:txBody>
                    <a:bodyPr/>
                    <a:lstStyle/>
                    <a:p>
                      <a:pPr algn="ctr"/>
                      <a:endParaRPr lang="fr-FR" sz="1200" dirty="0"/>
                    </a:p>
                  </a:txBody>
                  <a:tcPr anchor="ctr"/>
                </a:tc>
                <a:tc>
                  <a:txBody>
                    <a:bodyPr/>
                    <a:lstStyle/>
                    <a:p>
                      <a:pPr algn="ctr"/>
                      <a:r>
                        <a:rPr lang="fr-FR" sz="1400" b="0" kern="1200" dirty="0" err="1">
                          <a:solidFill>
                            <a:schemeClr val="lt1"/>
                          </a:solidFill>
                          <a:effectLst/>
                          <a:latin typeface="+mn-lt"/>
                          <a:ea typeface="+mn-ea"/>
                          <a:cs typeface="+mn-cs"/>
                        </a:rPr>
                        <a:t>minimalShort.wav</a:t>
                      </a:r>
                      <a:endParaRPr lang="fr-FR" sz="1400" b="0" kern="1200" dirty="0">
                        <a:solidFill>
                          <a:schemeClr val="lt1"/>
                        </a:solidFill>
                        <a:effectLst/>
                        <a:latin typeface="+mn-lt"/>
                        <a:ea typeface="+mn-ea"/>
                        <a:cs typeface="+mn-cs"/>
                      </a:endParaRPr>
                    </a:p>
                  </a:txBody>
                  <a:tcPr anchor="ctr"/>
                </a:tc>
                <a:tc>
                  <a:txBody>
                    <a:bodyPr/>
                    <a:lstStyle/>
                    <a:p>
                      <a:pPr algn="ctr"/>
                      <a:r>
                        <a:rPr lang="fr-FR" sz="1400" b="0" kern="1200" dirty="0" err="1">
                          <a:solidFill>
                            <a:schemeClr val="lt1"/>
                          </a:solidFill>
                          <a:effectLst/>
                          <a:latin typeface="+mn-lt"/>
                          <a:ea typeface="+mn-ea"/>
                          <a:cs typeface="+mn-cs"/>
                        </a:rPr>
                        <a:t>mininalLong.wav</a:t>
                      </a:r>
                      <a:endParaRPr lang="fr-FR" sz="1400" b="0" kern="1200" dirty="0">
                        <a:solidFill>
                          <a:schemeClr val="lt1"/>
                        </a:solidFill>
                        <a:effectLst/>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b="0" kern="1200" dirty="0" err="1">
                          <a:solidFill>
                            <a:schemeClr val="lt1"/>
                          </a:solidFill>
                          <a:effectLst/>
                          <a:latin typeface="+mn-lt"/>
                          <a:ea typeface="+mn-ea"/>
                          <a:cs typeface="+mn-cs"/>
                        </a:rPr>
                        <a:t>fullSentence.wav</a:t>
                      </a:r>
                      <a:endParaRPr lang="fr-FR" sz="1400" b="0" kern="1200" dirty="0">
                        <a:solidFill>
                          <a:schemeClr val="lt1"/>
                        </a:solidFill>
                        <a:effectLst/>
                        <a:latin typeface="+mn-lt"/>
                        <a:ea typeface="+mn-ea"/>
                        <a:cs typeface="+mn-cs"/>
                      </a:endParaRPr>
                    </a:p>
                  </a:txBody>
                  <a:tcPr anchor="ctr"/>
                </a:tc>
                <a:tc>
                  <a:txBody>
                    <a:bodyPr/>
                    <a:lstStyle/>
                    <a:p>
                      <a:pPr algn="ctr"/>
                      <a:r>
                        <a:rPr lang="fr-FR" sz="1400" b="0" dirty="0"/>
                        <a:t>Observations</a:t>
                      </a:r>
                    </a:p>
                  </a:txBody>
                  <a:tcPr anchor="ctr"/>
                </a:tc>
                <a:extLst>
                  <a:ext uri="{0D108BD9-81ED-4DB2-BD59-A6C34878D82A}">
                    <a16:rowId xmlns:a16="http://schemas.microsoft.com/office/drawing/2014/main" val="1166612574"/>
                  </a:ext>
                </a:extLst>
              </a:tr>
              <a:tr h="380610">
                <a:tc>
                  <a:txBody>
                    <a:bodyPr/>
                    <a:lstStyle/>
                    <a:p>
                      <a:pPr algn="ctr"/>
                      <a:r>
                        <a:rPr lang="fr-FR" sz="1400" b="1" dirty="0">
                          <a:solidFill>
                            <a:schemeClr val="tx1"/>
                          </a:solidFill>
                        </a:rPr>
                        <a:t>Vérité terrain</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b="0" kern="1200" dirty="0">
                          <a:solidFill>
                            <a:schemeClr val="tx1"/>
                          </a:solidFill>
                          <a:effectLst/>
                          <a:latin typeface="+mn-lt"/>
                          <a:ea typeface="+mn-ea"/>
                          <a:cs typeface="+mn-cs"/>
                        </a:rPr>
                        <a:t>plot test dimension 3.14</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b="0" kern="1200" dirty="0">
                          <a:solidFill>
                            <a:schemeClr val="tx1"/>
                          </a:solidFill>
                          <a:effectLst/>
                          <a:latin typeface="+mn-lt"/>
                          <a:ea typeface="+mn-ea"/>
                          <a:cs typeface="+mn-cs"/>
                        </a:rPr>
                        <a:t>plot AB 12 dimension 178.6</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b="0" kern="1200" dirty="0" err="1">
                          <a:solidFill>
                            <a:schemeClr val="tx1"/>
                          </a:solidFill>
                          <a:effectLst/>
                          <a:latin typeface="+mn-lt"/>
                          <a:ea typeface="+mn-ea"/>
                          <a:cs typeface="+mn-cs"/>
                        </a:rPr>
                        <a:t>create</a:t>
                      </a:r>
                      <a:r>
                        <a:rPr lang="fr-FR" sz="1400" b="0" kern="1200" dirty="0">
                          <a:solidFill>
                            <a:schemeClr val="tx1"/>
                          </a:solidFill>
                          <a:effectLst/>
                          <a:latin typeface="+mn-lt"/>
                          <a:ea typeface="+mn-ea"/>
                          <a:cs typeface="+mn-cs"/>
                        </a:rPr>
                        <a:t> a plot </a:t>
                      </a:r>
                      <a:r>
                        <a:rPr lang="fr-FR" sz="1400" b="0" kern="1200" dirty="0" err="1">
                          <a:solidFill>
                            <a:schemeClr val="tx1"/>
                          </a:solidFill>
                          <a:effectLst/>
                          <a:latin typeface="+mn-lt"/>
                          <a:ea typeface="+mn-ea"/>
                          <a:cs typeface="+mn-cs"/>
                        </a:rPr>
                        <a:t>named</a:t>
                      </a:r>
                      <a:r>
                        <a:rPr lang="fr-FR" sz="1400" b="0" kern="1200" dirty="0">
                          <a:solidFill>
                            <a:schemeClr val="tx1"/>
                          </a:solidFill>
                          <a:effectLst/>
                          <a:latin typeface="+mn-lt"/>
                          <a:ea typeface="+mn-ea"/>
                          <a:cs typeface="+mn-cs"/>
                        </a:rPr>
                        <a:t> Plot 1 dimension 12.34</a:t>
                      </a:r>
                    </a:p>
                  </a:txBody>
                  <a:tcPr anchor="ctr"/>
                </a:tc>
                <a:tc>
                  <a:txBody>
                    <a:bodyPr/>
                    <a:lstStyle/>
                    <a:p>
                      <a:pPr algn="l"/>
                      <a:r>
                        <a:rPr lang="fr-FR" sz="1400" dirty="0">
                          <a:solidFill>
                            <a:schemeClr val="tx1"/>
                          </a:solidFill>
                        </a:rPr>
                        <a:t>-</a:t>
                      </a:r>
                    </a:p>
                  </a:txBody>
                  <a:tcPr anchor="ctr"/>
                </a:tc>
                <a:extLst>
                  <a:ext uri="{0D108BD9-81ED-4DB2-BD59-A6C34878D82A}">
                    <a16:rowId xmlns:a16="http://schemas.microsoft.com/office/drawing/2014/main" val="2866280172"/>
                  </a:ext>
                </a:extLst>
              </a:tr>
              <a:tr h="89399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b="1" kern="1200" dirty="0" err="1">
                          <a:solidFill>
                            <a:schemeClr val="tx1"/>
                          </a:solidFill>
                          <a:effectLst/>
                          <a:latin typeface="+mn-lt"/>
                          <a:ea typeface="+mn-ea"/>
                          <a:cs typeface="+mn-cs"/>
                        </a:rPr>
                        <a:t>pocketsphinx</a:t>
                      </a:r>
                      <a:endParaRPr lang="fr-FR" sz="1400" b="1" kern="1200" dirty="0">
                        <a:solidFill>
                          <a:schemeClr val="tx1"/>
                        </a:solidFill>
                        <a:effectLst/>
                        <a:latin typeface="+mn-lt"/>
                        <a:ea typeface="+mn-ea"/>
                        <a:cs typeface="+mn-cs"/>
                      </a:endParaRPr>
                    </a:p>
                  </a:txBody>
                  <a:tcPr anchor="ctr"/>
                </a:tc>
                <a:tc>
                  <a:txBody>
                    <a:bodyPr/>
                    <a:lstStyle/>
                    <a:p>
                      <a:pPr algn="l"/>
                      <a:r>
                        <a:rPr lang="fr-FR" sz="1400" b="0" kern="1200" dirty="0">
                          <a:solidFill>
                            <a:schemeClr val="tx1"/>
                          </a:solidFill>
                          <a:effectLst/>
                          <a:latin typeface="+mn-lt"/>
                          <a:ea typeface="+mn-ea"/>
                          <a:cs typeface="+mn-cs"/>
                        </a:rPr>
                        <a:t>but</a:t>
                      </a:r>
                    </a:p>
                    <a:p>
                      <a:pPr algn="l"/>
                      <a:r>
                        <a:rPr lang="fr-FR" sz="1400" b="0" kern="1200" dirty="0">
                          <a:solidFill>
                            <a:schemeClr val="tx1"/>
                          </a:solidFill>
                          <a:effectLst/>
                          <a:latin typeface="+mn-lt"/>
                          <a:ea typeface="+mn-ea"/>
                          <a:cs typeface="+mn-cs"/>
                        </a:rPr>
                        <a:t>gifts</a:t>
                      </a:r>
                    </a:p>
                    <a:p>
                      <a:pPr algn="l"/>
                      <a:r>
                        <a:rPr lang="fr-FR" sz="1400" b="0" kern="1200" dirty="0">
                          <a:solidFill>
                            <a:schemeClr val="tx1"/>
                          </a:solidFill>
                          <a:effectLst/>
                          <a:latin typeface="+mn-lt"/>
                          <a:ea typeface="+mn-ea"/>
                          <a:cs typeface="+mn-cs"/>
                        </a:rPr>
                        <a:t>an </a:t>
                      </a:r>
                      <a:r>
                        <a:rPr lang="fr-FR" sz="1400" b="0" kern="1200" dirty="0" err="1">
                          <a:solidFill>
                            <a:schemeClr val="tx1"/>
                          </a:solidFill>
                          <a:effectLst/>
                          <a:latin typeface="+mn-lt"/>
                          <a:ea typeface="+mn-ea"/>
                          <a:cs typeface="+mn-cs"/>
                        </a:rPr>
                        <a:t>ancient</a:t>
                      </a:r>
                      <a:r>
                        <a:rPr lang="fr-FR" sz="1400" b="0" kern="1200" dirty="0">
                          <a:solidFill>
                            <a:schemeClr val="tx1"/>
                          </a:solidFill>
                          <a:effectLst/>
                          <a:latin typeface="+mn-lt"/>
                          <a:ea typeface="+mn-ea"/>
                          <a:cs typeface="+mn-cs"/>
                        </a:rPr>
                        <a:t> </a:t>
                      </a:r>
                      <a:r>
                        <a:rPr lang="fr-FR" sz="1400" b="0" kern="1200" dirty="0" err="1">
                          <a:solidFill>
                            <a:schemeClr val="tx1"/>
                          </a:solidFill>
                          <a:effectLst/>
                          <a:latin typeface="+mn-lt"/>
                          <a:ea typeface="+mn-ea"/>
                          <a:cs typeface="+mn-cs"/>
                        </a:rPr>
                        <a:t>strip</a:t>
                      </a:r>
                      <a:r>
                        <a:rPr lang="fr-FR" sz="1400" b="0" kern="1200" dirty="0">
                          <a:solidFill>
                            <a:schemeClr val="tx1"/>
                          </a:solidFill>
                          <a:effectLst/>
                          <a:latin typeface="+mn-lt"/>
                          <a:ea typeface="+mn-ea"/>
                          <a:cs typeface="+mn-cs"/>
                        </a:rPr>
                        <a:t> unquote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b="0" kern="1200" dirty="0">
                          <a:solidFill>
                            <a:schemeClr val="tx1"/>
                          </a:solidFill>
                          <a:effectLst/>
                          <a:latin typeface="+mn-lt"/>
                          <a:ea typeface="+mn-ea"/>
                          <a:cs typeface="+mn-cs"/>
                        </a:rPr>
                        <a:t>hit to </a:t>
                      </a:r>
                      <a:r>
                        <a:rPr lang="fr-FR" sz="1400" b="0" kern="1200" dirty="0" err="1">
                          <a:solidFill>
                            <a:schemeClr val="tx1"/>
                          </a:solidFill>
                          <a:effectLst/>
                          <a:latin typeface="+mn-lt"/>
                          <a:ea typeface="+mn-ea"/>
                          <a:cs typeface="+mn-cs"/>
                        </a:rPr>
                        <a:t>twenty</a:t>
                      </a:r>
                      <a:r>
                        <a:rPr lang="fr-FR" sz="1400" b="0" kern="1200" dirty="0">
                          <a:solidFill>
                            <a:schemeClr val="tx1"/>
                          </a:solidFill>
                          <a:effectLst/>
                          <a:latin typeface="+mn-lt"/>
                          <a:ea typeface="+mn-ea"/>
                          <a:cs typeface="+mn-cs"/>
                        </a:rPr>
                        <a:t> </a:t>
                      </a:r>
                      <a:r>
                        <a:rPr lang="fr-FR" sz="1400" b="0" kern="1200" dirty="0" err="1">
                          <a:solidFill>
                            <a:schemeClr val="tx1"/>
                          </a:solidFill>
                          <a:effectLst/>
                          <a:latin typeface="+mn-lt"/>
                          <a:ea typeface="+mn-ea"/>
                          <a:cs typeface="+mn-cs"/>
                        </a:rPr>
                        <a:t>two</a:t>
                      </a:r>
                      <a:r>
                        <a:rPr lang="fr-FR" sz="1400" b="0" kern="1200" dirty="0">
                          <a:solidFill>
                            <a:schemeClr val="tx1"/>
                          </a:solidFill>
                          <a:effectLst/>
                          <a:latin typeface="+mn-lt"/>
                          <a:ea typeface="+mn-ea"/>
                          <a:cs typeface="+mn-cs"/>
                        </a:rPr>
                        <a:t> </a:t>
                      </a:r>
                      <a:r>
                        <a:rPr lang="fr-FR" sz="1400" b="0" kern="1200" dirty="0" err="1">
                          <a:solidFill>
                            <a:schemeClr val="tx1"/>
                          </a:solidFill>
                          <a:effectLst/>
                          <a:latin typeface="+mn-lt"/>
                          <a:ea typeface="+mn-ea"/>
                          <a:cs typeface="+mn-cs"/>
                        </a:rPr>
                        <a:t>mean</a:t>
                      </a:r>
                      <a:r>
                        <a:rPr lang="fr-FR" sz="1400" b="0" kern="1200" dirty="0">
                          <a:solidFill>
                            <a:schemeClr val="tx1"/>
                          </a:solidFill>
                          <a:effectLst/>
                          <a:latin typeface="+mn-lt"/>
                          <a:ea typeface="+mn-ea"/>
                          <a:cs typeface="+mn-cs"/>
                        </a:rPr>
                        <a:t> </a:t>
                      </a:r>
                      <a:r>
                        <a:rPr lang="fr-FR" sz="1400" b="0" kern="1200" dirty="0" err="1">
                          <a:solidFill>
                            <a:schemeClr val="tx1"/>
                          </a:solidFill>
                          <a:effectLst/>
                          <a:latin typeface="+mn-lt"/>
                          <a:ea typeface="+mn-ea"/>
                          <a:cs typeface="+mn-cs"/>
                        </a:rPr>
                        <a:t>she'd</a:t>
                      </a:r>
                      <a:r>
                        <a:rPr lang="fr-FR" sz="1400" b="0" kern="1200" dirty="0">
                          <a:solidFill>
                            <a:schemeClr val="tx1"/>
                          </a:solidFill>
                          <a:effectLst/>
                          <a:latin typeface="+mn-lt"/>
                          <a:ea typeface="+mn-ea"/>
                          <a:cs typeface="+mn-cs"/>
                        </a:rPr>
                        <a:t> </a:t>
                      </a:r>
                      <a:r>
                        <a:rPr lang="fr-FR" sz="1400" b="0" kern="1200" dirty="0" err="1">
                          <a:solidFill>
                            <a:schemeClr val="tx1"/>
                          </a:solidFill>
                          <a:effectLst/>
                          <a:latin typeface="+mn-lt"/>
                          <a:ea typeface="+mn-ea"/>
                          <a:cs typeface="+mn-cs"/>
                        </a:rPr>
                        <a:t>hundred</a:t>
                      </a:r>
                      <a:r>
                        <a:rPr lang="fr-FR" sz="1400" b="0" kern="1200" dirty="0">
                          <a:solidFill>
                            <a:schemeClr val="tx1"/>
                          </a:solidFill>
                          <a:effectLst/>
                          <a:latin typeface="+mn-lt"/>
                          <a:ea typeface="+mn-ea"/>
                          <a:cs typeface="+mn-cs"/>
                        </a:rPr>
                        <a:t> to hit </a:t>
                      </a:r>
                      <a:r>
                        <a:rPr lang="fr-FR" sz="1400" b="0" kern="1200" dirty="0" err="1">
                          <a:solidFill>
                            <a:schemeClr val="tx1"/>
                          </a:solidFill>
                          <a:effectLst/>
                          <a:latin typeface="+mn-lt"/>
                          <a:ea typeface="+mn-ea"/>
                          <a:cs typeface="+mn-cs"/>
                        </a:rPr>
                        <a:t>he</a:t>
                      </a:r>
                      <a:r>
                        <a:rPr lang="fr-FR" sz="1400" b="0" kern="1200" dirty="0">
                          <a:solidFill>
                            <a:schemeClr val="tx1"/>
                          </a:solidFill>
                          <a:effectLst/>
                          <a:latin typeface="+mn-lt"/>
                          <a:ea typeface="+mn-ea"/>
                          <a:cs typeface="+mn-cs"/>
                        </a:rPr>
                        <a:t> can </a:t>
                      </a:r>
                      <a:r>
                        <a:rPr lang="fr-FR" sz="1400" b="0" kern="1200" dirty="0" err="1">
                          <a:solidFill>
                            <a:schemeClr val="tx1"/>
                          </a:solidFill>
                          <a:effectLst/>
                          <a:latin typeface="+mn-lt"/>
                          <a:ea typeface="+mn-ea"/>
                          <a:cs typeface="+mn-cs"/>
                        </a:rPr>
                        <a:t>text</a:t>
                      </a:r>
                      <a:endParaRPr lang="fr-FR" sz="1400" b="0" kern="1200" dirty="0">
                        <a:solidFill>
                          <a:schemeClr val="tx1"/>
                        </a:solidFill>
                        <a:effectLst/>
                        <a:latin typeface="+mn-lt"/>
                        <a:ea typeface="+mn-ea"/>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b="0" kern="1200" dirty="0" err="1">
                          <a:solidFill>
                            <a:schemeClr val="tx1"/>
                          </a:solidFill>
                          <a:effectLst/>
                          <a:latin typeface="+mn-lt"/>
                          <a:ea typeface="+mn-ea"/>
                          <a:cs typeface="+mn-cs"/>
                        </a:rPr>
                        <a:t>it</a:t>
                      </a:r>
                      <a:r>
                        <a:rPr lang="fr-FR" sz="1400" b="0" kern="1200" dirty="0">
                          <a:solidFill>
                            <a:schemeClr val="tx1"/>
                          </a:solidFill>
                          <a:effectLst/>
                          <a:latin typeface="+mn-lt"/>
                          <a:ea typeface="+mn-ea"/>
                          <a:cs typeface="+mn-cs"/>
                        </a:rPr>
                        <a:t> can </a:t>
                      </a:r>
                      <a:r>
                        <a:rPr lang="fr-FR" sz="1400" b="0" kern="1200" dirty="0" err="1">
                          <a:solidFill>
                            <a:schemeClr val="tx1"/>
                          </a:solidFill>
                          <a:effectLst/>
                          <a:latin typeface="+mn-lt"/>
                          <a:ea typeface="+mn-ea"/>
                          <a:cs typeface="+mn-cs"/>
                        </a:rPr>
                        <a:t>be</a:t>
                      </a:r>
                      <a:r>
                        <a:rPr lang="fr-FR" sz="1400" b="0" kern="1200" dirty="0">
                          <a:solidFill>
                            <a:schemeClr val="tx1"/>
                          </a:solidFill>
                          <a:effectLst/>
                          <a:latin typeface="+mn-lt"/>
                          <a:ea typeface="+mn-ea"/>
                          <a:cs typeface="+mn-cs"/>
                        </a:rPr>
                        <a:t> put in the </a:t>
                      </a:r>
                      <a:r>
                        <a:rPr lang="fr-FR" sz="1400" b="0" kern="1200" dirty="0" err="1">
                          <a:solidFill>
                            <a:schemeClr val="tx1"/>
                          </a:solidFill>
                          <a:effectLst/>
                          <a:latin typeface="+mn-lt"/>
                          <a:ea typeface="+mn-ea"/>
                          <a:cs typeface="+mn-cs"/>
                        </a:rPr>
                        <a:t>steam</a:t>
                      </a:r>
                      <a:r>
                        <a:rPr lang="fr-FR" sz="1400" b="0" kern="1200" dirty="0">
                          <a:solidFill>
                            <a:schemeClr val="tx1"/>
                          </a:solidFill>
                          <a:effectLst/>
                          <a:latin typeface="+mn-lt"/>
                          <a:ea typeface="+mn-ea"/>
                          <a:cs typeface="+mn-cs"/>
                        </a:rPr>
                        <a:t> engine and </a:t>
                      </a:r>
                      <a:r>
                        <a:rPr lang="fr-FR" sz="1400" b="0" kern="1200" dirty="0" err="1">
                          <a:solidFill>
                            <a:schemeClr val="tx1"/>
                          </a:solidFill>
                          <a:effectLst/>
                          <a:latin typeface="+mn-lt"/>
                          <a:ea typeface="+mn-ea"/>
                          <a:cs typeface="+mn-cs"/>
                        </a:rPr>
                        <a:t>painful</a:t>
                      </a:r>
                      <a:r>
                        <a:rPr lang="fr-FR" sz="1400" b="0" kern="1200" dirty="0">
                          <a:solidFill>
                            <a:schemeClr val="tx1"/>
                          </a:solidFill>
                          <a:effectLst/>
                          <a:latin typeface="+mn-lt"/>
                          <a:ea typeface="+mn-ea"/>
                          <a:cs typeface="+mn-cs"/>
                        </a:rPr>
                        <a:t> </a:t>
                      </a:r>
                      <a:r>
                        <a:rPr lang="fr-FR" sz="1400" b="0" kern="1200" dirty="0" err="1">
                          <a:solidFill>
                            <a:schemeClr val="tx1"/>
                          </a:solidFill>
                          <a:effectLst/>
                          <a:latin typeface="+mn-lt"/>
                          <a:ea typeface="+mn-ea"/>
                          <a:cs typeface="+mn-cs"/>
                        </a:rPr>
                        <a:t>is</a:t>
                      </a:r>
                      <a:r>
                        <a:rPr lang="fr-FR" sz="1400" b="0" kern="1200" dirty="0">
                          <a:solidFill>
                            <a:schemeClr val="tx1"/>
                          </a:solidFill>
                          <a:effectLst/>
                          <a:latin typeface="+mn-lt"/>
                          <a:ea typeface="+mn-ea"/>
                          <a:cs typeface="+mn-cs"/>
                        </a:rPr>
                        <a:t> a </a:t>
                      </a:r>
                      <a:r>
                        <a:rPr lang="fr-FR" sz="1400" b="0" kern="1200" dirty="0" err="1">
                          <a:solidFill>
                            <a:schemeClr val="tx1"/>
                          </a:solidFill>
                          <a:effectLst/>
                          <a:latin typeface="+mn-lt"/>
                          <a:ea typeface="+mn-ea"/>
                          <a:cs typeface="+mn-cs"/>
                        </a:rPr>
                        <a:t>who</a:t>
                      </a:r>
                      <a:endParaRPr lang="fr-FR" sz="1400" b="0" kern="1200" dirty="0">
                        <a:solidFill>
                          <a:schemeClr val="tx1"/>
                        </a:solidFill>
                        <a:effectLst/>
                        <a:latin typeface="+mn-lt"/>
                        <a:ea typeface="+mn-ea"/>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solidFill>
                            <a:schemeClr val="tx1"/>
                          </a:solidFill>
                        </a:rPr>
                        <a:t>Mauvais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solidFill>
                            <a:schemeClr val="tx1"/>
                          </a:solidFill>
                        </a:rPr>
                        <a:t>A éviter</a:t>
                      </a:r>
                    </a:p>
                  </a:txBody>
                  <a:tcPr anchor="ctr"/>
                </a:tc>
                <a:extLst>
                  <a:ext uri="{0D108BD9-81ED-4DB2-BD59-A6C34878D82A}">
                    <a16:rowId xmlns:a16="http://schemas.microsoft.com/office/drawing/2014/main" val="2031875888"/>
                  </a:ext>
                </a:extLst>
              </a:tr>
              <a:tr h="5527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b="1" kern="1200" dirty="0" err="1">
                          <a:solidFill>
                            <a:schemeClr val="dk1"/>
                          </a:solidFill>
                          <a:effectLst/>
                          <a:latin typeface="+mn-lt"/>
                          <a:ea typeface="+mn-ea"/>
                          <a:cs typeface="+mn-cs"/>
                        </a:rPr>
                        <a:t>Vosk</a:t>
                      </a:r>
                      <a:endParaRPr lang="fr-FR" sz="1400" b="1" kern="1200" dirty="0">
                        <a:solidFill>
                          <a:schemeClr val="dk1"/>
                        </a:solidFill>
                        <a:effectLst/>
                        <a:latin typeface="+mn-lt"/>
                        <a:ea typeface="+mn-ea"/>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b="0" kern="1200" dirty="0" err="1">
                          <a:solidFill>
                            <a:schemeClr val="dk1"/>
                          </a:solidFill>
                          <a:effectLst/>
                          <a:latin typeface="+mn-lt"/>
                          <a:ea typeface="+mn-ea"/>
                          <a:cs typeface="+mn-cs"/>
                        </a:rPr>
                        <a:t>blood</a:t>
                      </a:r>
                      <a:r>
                        <a:rPr lang="fr-FR" sz="1400" b="0" kern="1200" dirty="0">
                          <a:solidFill>
                            <a:schemeClr val="dk1"/>
                          </a:solidFill>
                          <a:effectLst/>
                          <a:latin typeface="+mn-lt"/>
                          <a:ea typeface="+mn-ea"/>
                          <a:cs typeface="+mn-cs"/>
                        </a:rPr>
                        <a:t> test dimension </a:t>
                      </a:r>
                      <a:r>
                        <a:rPr lang="fr-FR" sz="1400" b="0" kern="1200" dirty="0" err="1">
                          <a:solidFill>
                            <a:schemeClr val="dk1"/>
                          </a:solidFill>
                          <a:effectLst/>
                          <a:latin typeface="+mn-lt"/>
                          <a:ea typeface="+mn-ea"/>
                          <a:cs typeface="+mn-cs"/>
                        </a:rPr>
                        <a:t>three</a:t>
                      </a:r>
                      <a:r>
                        <a:rPr lang="fr-FR" sz="1400" b="0" kern="1200" dirty="0">
                          <a:solidFill>
                            <a:schemeClr val="dk1"/>
                          </a:solidFill>
                          <a:effectLst/>
                          <a:latin typeface="+mn-lt"/>
                          <a:ea typeface="+mn-ea"/>
                          <a:cs typeface="+mn-cs"/>
                        </a:rPr>
                        <a:t> points foot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b="0" kern="1200" dirty="0">
                          <a:solidFill>
                            <a:schemeClr val="dk1"/>
                          </a:solidFill>
                          <a:effectLst/>
                          <a:latin typeface="+mn-lt"/>
                          <a:ea typeface="+mn-ea"/>
                          <a:cs typeface="+mn-cs"/>
                        </a:rPr>
                        <a:t>plot a bit </a:t>
                      </a:r>
                      <a:r>
                        <a:rPr lang="fr-FR" sz="1400" b="0" kern="1200" dirty="0" err="1">
                          <a:solidFill>
                            <a:schemeClr val="dk1"/>
                          </a:solidFill>
                          <a:effectLst/>
                          <a:latin typeface="+mn-lt"/>
                          <a:ea typeface="+mn-ea"/>
                          <a:cs typeface="+mn-cs"/>
                        </a:rPr>
                        <a:t>will</a:t>
                      </a:r>
                      <a:r>
                        <a:rPr lang="fr-FR" sz="1400" b="0" kern="1200" dirty="0">
                          <a:solidFill>
                            <a:schemeClr val="dk1"/>
                          </a:solidFill>
                          <a:effectLst/>
                          <a:latin typeface="+mn-lt"/>
                          <a:ea typeface="+mn-ea"/>
                          <a:cs typeface="+mn-cs"/>
                        </a:rPr>
                        <a:t> dimension one </a:t>
                      </a:r>
                      <a:r>
                        <a:rPr lang="fr-FR" sz="1400" b="0" kern="1200" dirty="0" err="1">
                          <a:solidFill>
                            <a:schemeClr val="dk1"/>
                          </a:solidFill>
                          <a:effectLst/>
                          <a:latin typeface="+mn-lt"/>
                          <a:ea typeface="+mn-ea"/>
                          <a:cs typeface="+mn-cs"/>
                        </a:rPr>
                        <a:t>hundred</a:t>
                      </a:r>
                      <a:r>
                        <a:rPr lang="fr-FR" sz="1400" b="0" kern="1200" dirty="0">
                          <a:solidFill>
                            <a:schemeClr val="dk1"/>
                          </a:solidFill>
                          <a:effectLst/>
                          <a:latin typeface="+mn-lt"/>
                          <a:ea typeface="+mn-ea"/>
                          <a:cs typeface="+mn-cs"/>
                        </a:rPr>
                        <a:t> </a:t>
                      </a:r>
                      <a:r>
                        <a:rPr lang="fr-FR" sz="1400" b="0" kern="1200" dirty="0" err="1">
                          <a:solidFill>
                            <a:schemeClr val="dk1"/>
                          </a:solidFill>
                          <a:effectLst/>
                          <a:latin typeface="+mn-lt"/>
                          <a:ea typeface="+mn-ea"/>
                          <a:cs typeface="+mn-cs"/>
                        </a:rPr>
                        <a:t>seventy</a:t>
                      </a:r>
                      <a:r>
                        <a:rPr lang="fr-FR" sz="1400" b="0" kern="1200" dirty="0">
                          <a:solidFill>
                            <a:schemeClr val="dk1"/>
                          </a:solidFill>
                          <a:effectLst/>
                          <a:latin typeface="+mn-lt"/>
                          <a:ea typeface="+mn-ea"/>
                          <a:cs typeface="+mn-cs"/>
                        </a:rPr>
                        <a:t> </a:t>
                      </a:r>
                      <a:r>
                        <a:rPr lang="fr-FR" sz="1400" b="0" kern="1200" dirty="0" err="1">
                          <a:solidFill>
                            <a:schemeClr val="dk1"/>
                          </a:solidFill>
                          <a:effectLst/>
                          <a:latin typeface="+mn-lt"/>
                          <a:ea typeface="+mn-ea"/>
                          <a:cs typeface="+mn-cs"/>
                        </a:rPr>
                        <a:t>eight</a:t>
                      </a:r>
                      <a:r>
                        <a:rPr lang="fr-FR" sz="1400" b="0" kern="1200" dirty="0">
                          <a:solidFill>
                            <a:schemeClr val="dk1"/>
                          </a:solidFill>
                          <a:effectLst/>
                          <a:latin typeface="+mn-lt"/>
                          <a:ea typeface="+mn-ea"/>
                          <a:cs typeface="+mn-cs"/>
                        </a:rPr>
                        <a:t> point six</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b="0" kern="1200" dirty="0" err="1">
                          <a:solidFill>
                            <a:schemeClr val="dk1"/>
                          </a:solidFill>
                          <a:effectLst/>
                          <a:latin typeface="+mn-lt"/>
                          <a:ea typeface="+mn-ea"/>
                          <a:cs typeface="+mn-cs"/>
                        </a:rPr>
                        <a:t>creative</a:t>
                      </a:r>
                      <a:r>
                        <a:rPr lang="fr-FR" sz="1400" b="0" kern="1200" dirty="0">
                          <a:solidFill>
                            <a:schemeClr val="dk1"/>
                          </a:solidFill>
                          <a:effectLst/>
                          <a:latin typeface="+mn-lt"/>
                          <a:ea typeface="+mn-ea"/>
                          <a:cs typeface="+mn-cs"/>
                        </a:rPr>
                        <a:t> plots </a:t>
                      </a:r>
                      <a:r>
                        <a:rPr lang="fr-FR" sz="1400" b="0" kern="1200" dirty="0" err="1">
                          <a:solidFill>
                            <a:schemeClr val="dk1"/>
                          </a:solidFill>
                          <a:effectLst/>
                          <a:latin typeface="+mn-lt"/>
                          <a:ea typeface="+mn-ea"/>
                          <a:cs typeface="+mn-cs"/>
                        </a:rPr>
                        <a:t>named</a:t>
                      </a:r>
                      <a:r>
                        <a:rPr lang="fr-FR" sz="1400" b="0" kern="1200" dirty="0">
                          <a:solidFill>
                            <a:schemeClr val="dk1"/>
                          </a:solidFill>
                          <a:effectLst/>
                          <a:latin typeface="+mn-lt"/>
                          <a:ea typeface="+mn-ea"/>
                          <a:cs typeface="+mn-cs"/>
                        </a:rPr>
                        <a:t> plot one </a:t>
                      </a:r>
                      <a:r>
                        <a:rPr lang="fr-FR" sz="1400" b="0" kern="1200" dirty="0" err="1">
                          <a:solidFill>
                            <a:schemeClr val="dk1"/>
                          </a:solidFill>
                          <a:effectLst/>
                          <a:latin typeface="+mn-lt"/>
                          <a:ea typeface="+mn-ea"/>
                          <a:cs typeface="+mn-cs"/>
                        </a:rPr>
                        <a:t>demonstrable</a:t>
                      </a:r>
                      <a:r>
                        <a:rPr lang="fr-FR" sz="1400" b="0" kern="1200" dirty="0">
                          <a:solidFill>
                            <a:schemeClr val="dk1"/>
                          </a:solidFill>
                          <a:effectLst/>
                          <a:latin typeface="+mn-lt"/>
                          <a:ea typeface="+mn-ea"/>
                          <a:cs typeface="+mn-cs"/>
                        </a:rPr>
                        <a:t> </a:t>
                      </a:r>
                      <a:r>
                        <a:rPr lang="fr-FR" sz="1400" b="0" kern="1200" dirty="0" err="1">
                          <a:solidFill>
                            <a:schemeClr val="dk1"/>
                          </a:solidFill>
                          <a:effectLst/>
                          <a:latin typeface="+mn-lt"/>
                          <a:ea typeface="+mn-ea"/>
                          <a:cs typeface="+mn-cs"/>
                        </a:rPr>
                        <a:t>twelve</a:t>
                      </a:r>
                      <a:r>
                        <a:rPr lang="fr-FR" sz="1400" b="0" kern="1200" dirty="0">
                          <a:solidFill>
                            <a:schemeClr val="dk1"/>
                          </a:solidFill>
                          <a:effectLst/>
                          <a:latin typeface="+mn-lt"/>
                          <a:ea typeface="+mn-ea"/>
                          <a:cs typeface="+mn-cs"/>
                        </a:rPr>
                        <a:t> points </a:t>
                      </a:r>
                      <a:r>
                        <a:rPr lang="fr-FR" sz="1400" b="0" kern="1200" dirty="0" err="1">
                          <a:solidFill>
                            <a:schemeClr val="dk1"/>
                          </a:solidFill>
                          <a:effectLst/>
                          <a:latin typeface="+mn-lt"/>
                          <a:ea typeface="+mn-ea"/>
                          <a:cs typeface="+mn-cs"/>
                        </a:rPr>
                        <a:t>thirty</a:t>
                      </a:r>
                      <a:r>
                        <a:rPr lang="fr-FR" sz="1400" b="0" kern="1200" dirty="0">
                          <a:solidFill>
                            <a:schemeClr val="dk1"/>
                          </a:solidFill>
                          <a:effectLst/>
                          <a:latin typeface="+mn-lt"/>
                          <a:ea typeface="+mn-ea"/>
                          <a:cs typeface="+mn-cs"/>
                        </a:rPr>
                        <a:t> four</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solidFill>
                            <a:schemeClr val="tx1"/>
                          </a:solidFill>
                        </a:rPr>
                        <a:t>Nombres en toutes lettres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solidFill>
                            <a:schemeClr val="tx1"/>
                          </a:solidFill>
                        </a:rPr>
                        <a:t>Le plus efficaces en libre de droit</a:t>
                      </a:r>
                    </a:p>
                  </a:txBody>
                  <a:tcPr anchor="ctr"/>
                </a:tc>
                <a:extLst>
                  <a:ext uri="{0D108BD9-81ED-4DB2-BD59-A6C34878D82A}">
                    <a16:rowId xmlns:a16="http://schemas.microsoft.com/office/drawing/2014/main" val="1319188467"/>
                  </a:ext>
                </a:extLst>
              </a:tr>
              <a:tr h="89399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b="1" kern="1200" dirty="0">
                          <a:solidFill>
                            <a:schemeClr val="tx1"/>
                          </a:solidFill>
                          <a:effectLst/>
                          <a:latin typeface="+mn-lt"/>
                          <a:ea typeface="+mn-ea"/>
                          <a:cs typeface="+mn-cs"/>
                        </a:rPr>
                        <a:t>iOS (Apple)</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b="1" kern="1200" dirty="0">
                          <a:solidFill>
                            <a:schemeClr val="tx1"/>
                          </a:solidFill>
                          <a:effectLst/>
                          <a:latin typeface="+mn-lt"/>
                          <a:ea typeface="+mn-ea"/>
                          <a:cs typeface="+mn-cs"/>
                        </a:rPr>
                        <a:t>Transcription + Dictionnaire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b="0" kern="1200" dirty="0">
                          <a:solidFill>
                            <a:schemeClr val="dk1"/>
                          </a:solidFill>
                          <a:effectLst/>
                          <a:latin typeface="+mn-lt"/>
                          <a:ea typeface="+mn-ea"/>
                          <a:cs typeface="+mn-cs"/>
                        </a:rPr>
                        <a:t>Plot test </a:t>
                      </a:r>
                      <a:r>
                        <a:rPr lang="fr-FR" sz="1400" b="0" kern="1200" dirty="0" err="1">
                          <a:solidFill>
                            <a:schemeClr val="dk1"/>
                          </a:solidFill>
                          <a:effectLst/>
                          <a:latin typeface="+mn-lt"/>
                          <a:ea typeface="+mn-ea"/>
                          <a:cs typeface="+mn-cs"/>
                        </a:rPr>
                        <a:t>dimention</a:t>
                      </a:r>
                      <a:r>
                        <a:rPr lang="fr-FR" sz="1400" b="0" kern="1200" dirty="0">
                          <a:solidFill>
                            <a:schemeClr val="dk1"/>
                          </a:solidFill>
                          <a:effectLst/>
                          <a:latin typeface="+mn-lt"/>
                          <a:ea typeface="+mn-ea"/>
                          <a:cs typeface="+mn-cs"/>
                        </a:rPr>
                        <a:t> 3.40</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b="0" kern="1200" dirty="0">
                          <a:solidFill>
                            <a:schemeClr val="dk1"/>
                          </a:solidFill>
                          <a:effectLst/>
                          <a:latin typeface="+mn-lt"/>
                          <a:ea typeface="+mn-ea"/>
                          <a:cs typeface="+mn-cs"/>
                        </a:rPr>
                        <a:t>Plot a B 12 dimension 178.6</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b="0" kern="1200" dirty="0" err="1">
                          <a:solidFill>
                            <a:schemeClr val="dk1"/>
                          </a:solidFill>
                          <a:effectLst/>
                          <a:latin typeface="+mn-lt"/>
                          <a:ea typeface="+mn-ea"/>
                          <a:cs typeface="+mn-cs"/>
                        </a:rPr>
                        <a:t>Create</a:t>
                      </a:r>
                      <a:r>
                        <a:rPr lang="fr-FR" sz="1400" b="0" kern="1200" dirty="0">
                          <a:solidFill>
                            <a:schemeClr val="dk1"/>
                          </a:solidFill>
                          <a:effectLst/>
                          <a:latin typeface="+mn-lt"/>
                          <a:ea typeface="+mn-ea"/>
                          <a:cs typeface="+mn-cs"/>
                        </a:rPr>
                        <a:t> a plot one dimension 12.34</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solidFill>
                            <a:schemeClr val="tx1"/>
                          </a:solidFill>
                        </a:rPr>
                        <a:t>Meilleurs résultats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solidFill>
                            <a:schemeClr val="tx1"/>
                          </a:solidFill>
                        </a:rPr>
                        <a:t>Full sentence peut être mieux détectée en parlant plus lentement</a:t>
                      </a:r>
                    </a:p>
                  </a:txBody>
                  <a:tcPr anchor="ctr"/>
                </a:tc>
                <a:extLst>
                  <a:ext uri="{0D108BD9-81ED-4DB2-BD59-A6C34878D82A}">
                    <a16:rowId xmlns:a16="http://schemas.microsoft.com/office/drawing/2014/main" val="1244221715"/>
                  </a:ext>
                </a:extLst>
              </a:tr>
              <a:tr h="89399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b="1" kern="1200" dirty="0">
                          <a:solidFill>
                            <a:schemeClr val="tx1"/>
                          </a:solidFill>
                          <a:effectLst/>
                          <a:latin typeface="+mn-lt"/>
                          <a:ea typeface="+mn-ea"/>
                          <a:cs typeface="+mn-cs"/>
                        </a:rPr>
                        <a:t>Android (Google)</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b="1" kern="1200" dirty="0">
                          <a:solidFill>
                            <a:schemeClr val="tx1"/>
                          </a:solidFill>
                          <a:effectLst/>
                          <a:latin typeface="+mn-lt"/>
                          <a:ea typeface="+mn-ea"/>
                          <a:cs typeface="+mn-cs"/>
                        </a:rPr>
                        <a:t>Transcription + Dictionnaire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b="0" kern="1200" dirty="0" err="1">
                          <a:solidFill>
                            <a:schemeClr val="dk1"/>
                          </a:solidFill>
                          <a:effectLst/>
                          <a:latin typeface="+mn-lt"/>
                          <a:ea typeface="+mn-ea"/>
                          <a:cs typeface="+mn-cs"/>
                        </a:rPr>
                        <a:t>blood</a:t>
                      </a:r>
                      <a:r>
                        <a:rPr lang="fr-FR" sz="1400" b="0" kern="1200" dirty="0">
                          <a:solidFill>
                            <a:schemeClr val="dk1"/>
                          </a:solidFill>
                          <a:effectLst/>
                          <a:latin typeface="+mn-lt"/>
                          <a:ea typeface="+mn-ea"/>
                          <a:cs typeface="+mn-cs"/>
                        </a:rPr>
                        <a:t> test dimension, </a:t>
                      </a:r>
                      <a:r>
                        <a:rPr lang="fr-FR" sz="1400" b="0" kern="1200" dirty="0" err="1">
                          <a:solidFill>
                            <a:schemeClr val="dk1"/>
                          </a:solidFill>
                          <a:effectLst/>
                          <a:latin typeface="+mn-lt"/>
                          <a:ea typeface="+mn-ea"/>
                          <a:cs typeface="+mn-cs"/>
                        </a:rPr>
                        <a:t>three</a:t>
                      </a:r>
                      <a:r>
                        <a:rPr lang="fr-FR" sz="1400" b="0" kern="1200" dirty="0">
                          <a:solidFill>
                            <a:schemeClr val="dk1"/>
                          </a:solidFill>
                          <a:effectLst/>
                          <a:latin typeface="+mn-lt"/>
                          <a:ea typeface="+mn-ea"/>
                          <a:cs typeface="+mn-cs"/>
                        </a:rPr>
                        <a:t>-point sport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b="0" kern="1200" dirty="0">
                          <a:solidFill>
                            <a:schemeClr val="dk1"/>
                          </a:solidFill>
                          <a:effectLst/>
                          <a:latin typeface="+mn-lt"/>
                          <a:ea typeface="+mn-ea"/>
                          <a:cs typeface="+mn-cs"/>
                        </a:rPr>
                        <a:t>AB12 </a:t>
                      </a:r>
                      <a:r>
                        <a:rPr lang="fr-FR" sz="1400" b="0" kern="1200" dirty="0" err="1">
                          <a:solidFill>
                            <a:schemeClr val="dk1"/>
                          </a:solidFill>
                          <a:effectLst/>
                          <a:latin typeface="+mn-lt"/>
                          <a:ea typeface="+mn-ea"/>
                          <a:cs typeface="+mn-cs"/>
                        </a:rPr>
                        <a:t>domension</a:t>
                      </a:r>
                      <a:r>
                        <a:rPr lang="fr-FR" sz="1400" b="0" kern="1200" dirty="0">
                          <a:solidFill>
                            <a:schemeClr val="dk1"/>
                          </a:solidFill>
                          <a:effectLst/>
                          <a:latin typeface="+mn-lt"/>
                          <a:ea typeface="+mn-ea"/>
                          <a:cs typeface="+mn-cs"/>
                        </a:rPr>
                        <a:t> 178.6</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b="0" kern="1200" dirty="0" err="1">
                          <a:solidFill>
                            <a:schemeClr val="dk1"/>
                          </a:solidFill>
                          <a:effectLst/>
                          <a:latin typeface="+mn-lt"/>
                          <a:ea typeface="+mn-ea"/>
                          <a:cs typeface="+mn-cs"/>
                        </a:rPr>
                        <a:t>creative</a:t>
                      </a:r>
                      <a:r>
                        <a:rPr lang="fr-FR" sz="1400" b="0" kern="1200" dirty="0">
                          <a:solidFill>
                            <a:schemeClr val="dk1"/>
                          </a:solidFill>
                          <a:effectLst/>
                          <a:latin typeface="+mn-lt"/>
                          <a:ea typeface="+mn-ea"/>
                          <a:cs typeface="+mn-cs"/>
                        </a:rPr>
                        <a:t> plots </a:t>
                      </a:r>
                      <a:r>
                        <a:rPr lang="fr-FR" sz="1400" b="0" kern="1200" dirty="0" err="1">
                          <a:solidFill>
                            <a:schemeClr val="dk1"/>
                          </a:solidFill>
                          <a:effectLst/>
                          <a:latin typeface="+mn-lt"/>
                          <a:ea typeface="+mn-ea"/>
                          <a:cs typeface="+mn-cs"/>
                        </a:rPr>
                        <a:t>named</a:t>
                      </a:r>
                      <a:r>
                        <a:rPr lang="fr-FR" sz="1400" b="0" kern="1200" dirty="0">
                          <a:solidFill>
                            <a:schemeClr val="dk1"/>
                          </a:solidFill>
                          <a:effectLst/>
                          <a:latin typeface="+mn-lt"/>
                          <a:ea typeface="+mn-ea"/>
                          <a:cs typeface="+mn-cs"/>
                        </a:rPr>
                        <a:t> part 100, 12.34.</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solidFill>
                            <a:schemeClr val="tx1"/>
                          </a:solidFill>
                        </a:rPr>
                        <a:t>Reste le second meilleur mais peu optimiste pour la suite</a:t>
                      </a:r>
                    </a:p>
                  </a:txBody>
                  <a:tcPr anchor="ctr"/>
                </a:tc>
                <a:extLst>
                  <a:ext uri="{0D108BD9-81ED-4DB2-BD59-A6C34878D82A}">
                    <a16:rowId xmlns:a16="http://schemas.microsoft.com/office/drawing/2014/main" val="1417760383"/>
                  </a:ext>
                </a:extLst>
              </a:tr>
            </a:tbl>
          </a:graphicData>
        </a:graphic>
      </p:graphicFrame>
      <p:sp>
        <p:nvSpPr>
          <p:cNvPr id="8" name="ZoneTexte 7">
            <a:extLst>
              <a:ext uri="{FF2B5EF4-FFF2-40B4-BE49-F238E27FC236}">
                <a16:creationId xmlns:a16="http://schemas.microsoft.com/office/drawing/2014/main" id="{2520E3D9-31A5-CD23-E33E-1D10D751EE31}"/>
              </a:ext>
            </a:extLst>
          </p:cNvPr>
          <p:cNvSpPr txBox="1"/>
          <p:nvPr/>
        </p:nvSpPr>
        <p:spPr>
          <a:xfrm>
            <a:off x="838200" y="5721033"/>
            <a:ext cx="10515600" cy="923330"/>
          </a:xfrm>
          <a:prstGeom prst="rect">
            <a:avLst/>
          </a:prstGeom>
          <a:noFill/>
        </p:spPr>
        <p:txBody>
          <a:bodyPr wrap="square" rtlCol="0">
            <a:spAutoFit/>
          </a:bodyPr>
          <a:lstStyle/>
          <a:p>
            <a:pPr algn="just"/>
            <a:r>
              <a:rPr lang="fr-FR" dirty="0"/>
              <a:t>A la suite de ces résultats, il paraît naturel de favoriser les outils natifs des smartphones puisqu’ils sont les plus aboutis. </a:t>
            </a:r>
            <a:r>
              <a:rPr lang="fr-FR" dirty="0">
                <a:solidFill>
                  <a:srgbClr val="FF0000"/>
                </a:solidFill>
              </a:rPr>
              <a:t>Les résultats sont particulièrement décevant puisque les échantillons sont sans bruit.</a:t>
            </a:r>
            <a:r>
              <a:rPr lang="fr-FR" dirty="0"/>
              <a:t> </a:t>
            </a:r>
            <a:r>
              <a:rPr lang="fr-FR" dirty="0">
                <a:solidFill>
                  <a:srgbClr val="FF0000"/>
                </a:solidFill>
              </a:rPr>
              <a:t>Malgré les avancées technologiques des 2 géants, la SR est bien plus compliquée que l’OCR…</a:t>
            </a:r>
          </a:p>
        </p:txBody>
      </p:sp>
      <p:pic>
        <p:nvPicPr>
          <p:cNvPr id="2" name="mininalLong">
            <a:hlinkClick r:id="" action="ppaction://media"/>
            <a:extLst>
              <a:ext uri="{FF2B5EF4-FFF2-40B4-BE49-F238E27FC236}">
                <a16:creationId xmlns:a16="http://schemas.microsoft.com/office/drawing/2014/main" id="{C8186907-536D-1640-4C9B-A2AC948B333D}"/>
              </a:ext>
            </a:extLst>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6747446" y="1174137"/>
            <a:ext cx="364377" cy="364377"/>
          </a:xfrm>
          <a:prstGeom prst="rect">
            <a:avLst/>
          </a:prstGeom>
        </p:spPr>
      </p:pic>
      <p:pic>
        <p:nvPicPr>
          <p:cNvPr id="4" name="minimalShort">
            <a:hlinkClick r:id="" action="ppaction://media"/>
            <a:extLst>
              <a:ext uri="{FF2B5EF4-FFF2-40B4-BE49-F238E27FC236}">
                <a16:creationId xmlns:a16="http://schemas.microsoft.com/office/drawing/2014/main" id="{2EA71C04-8951-339A-8175-2FB0688878AD}"/>
              </a:ext>
            </a:extLst>
          </p:cNvPr>
          <p:cNvPicPr>
            <a:picLocks noChangeAspect="1"/>
          </p:cNvPicPr>
          <p:nvPr>
            <a:audioFile r:link="rId4"/>
            <p:extLst>
              <p:ext uri="{DAA4B4D4-6D71-4841-9C94-3DE7FCFB9230}">
                <p14:media xmlns:p14="http://schemas.microsoft.com/office/powerpoint/2010/main" r:embed="rId3"/>
              </p:ext>
            </p:extLst>
          </p:nvPr>
        </p:nvPicPr>
        <p:blipFill>
          <a:blip r:embed="rId9"/>
          <a:stretch>
            <a:fillRect/>
          </a:stretch>
        </p:blipFill>
        <p:spPr>
          <a:xfrm>
            <a:off x="4650719" y="1196803"/>
            <a:ext cx="364377" cy="319044"/>
          </a:xfrm>
          <a:prstGeom prst="rect">
            <a:avLst/>
          </a:prstGeom>
        </p:spPr>
      </p:pic>
      <p:pic>
        <p:nvPicPr>
          <p:cNvPr id="5" name="fullSentence">
            <a:hlinkClick r:id="" action="ppaction://media"/>
            <a:extLst>
              <a:ext uri="{FF2B5EF4-FFF2-40B4-BE49-F238E27FC236}">
                <a16:creationId xmlns:a16="http://schemas.microsoft.com/office/drawing/2014/main" id="{B54CB06E-08FD-617D-2B78-B931154B8BDD}"/>
              </a:ext>
            </a:extLst>
          </p:cNvPr>
          <p:cNvPicPr>
            <a:picLocks noChangeAspect="1"/>
          </p:cNvPicPr>
          <p:nvPr>
            <a:audioFile r:link="rId6"/>
            <p:extLst>
              <p:ext uri="{DAA4B4D4-6D71-4841-9C94-3DE7FCFB9230}">
                <p14:media xmlns:p14="http://schemas.microsoft.com/office/powerpoint/2010/main" r:embed="rId5"/>
              </p:ext>
            </p:extLst>
          </p:nvPr>
        </p:nvPicPr>
        <p:blipFill>
          <a:blip r:embed="rId9"/>
          <a:stretch>
            <a:fillRect/>
          </a:stretch>
        </p:blipFill>
        <p:spPr>
          <a:xfrm>
            <a:off x="8868434" y="1150117"/>
            <a:ext cx="364377" cy="365730"/>
          </a:xfrm>
          <a:prstGeom prst="rect">
            <a:avLst/>
          </a:prstGeom>
        </p:spPr>
      </p:pic>
    </p:spTree>
    <p:extLst>
      <p:ext uri="{BB962C8B-B14F-4D97-AF65-F5344CB8AC3E}">
        <p14:creationId xmlns:p14="http://schemas.microsoft.com/office/powerpoint/2010/main" val="2794488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333"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3797" fill="hold"/>
                                        <p:tgtEl>
                                          <p:spTgt spid="4"/>
                                        </p:tgtEl>
                                      </p:cBhvr>
                                    </p:cmd>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682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15" fill="hold" display="0">
                  <p:stCondLst>
                    <p:cond delay="indefinite"/>
                  </p:stCondLst>
                  <p:endCondLst>
                    <p:cond evt="onStopAudio" delay="0">
                      <p:tgtEl>
                        <p:sldTgt/>
                      </p:tgtEl>
                    </p:cond>
                  </p:endCondLst>
                </p:cTn>
                <p:tgtEl>
                  <p:spTgt spid="2"/>
                </p:tgtEl>
              </p:cMediaNode>
            </p:audio>
            <p:audio>
              <p:cMediaNode vol="80000">
                <p:cTn id="16" fill="hold" display="0">
                  <p:stCondLst>
                    <p:cond delay="indefinite"/>
                  </p:stCondLst>
                  <p:endCondLst>
                    <p:cond evt="onStopAudio" delay="0">
                      <p:tgtEl>
                        <p:sldTgt/>
                      </p:tgtEl>
                    </p:cond>
                  </p:endCondLst>
                </p:cTn>
                <p:tgtEl>
                  <p:spTgt spid="4"/>
                </p:tgtEl>
              </p:cMediaNode>
            </p:audio>
            <p:audio>
              <p:cMediaNode vol="80000">
                <p:cTn id="17" fill="hold" display="0">
                  <p:stCondLst>
                    <p:cond delay="indefinite"/>
                  </p:stCondLst>
                  <p:endCondLst>
                    <p:cond evt="onStopAudio" delay="0">
                      <p:tgtEl>
                        <p:sldTgt/>
                      </p:tgtEl>
                    </p:cond>
                  </p:endCondLst>
                </p:cTn>
                <p:tgtEl>
                  <p:spTgt spid="5"/>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0CA34-F955-4D43-D523-DACF827B3A4D}"/>
            </a:ext>
          </a:extLst>
        </p:cNvPr>
        <p:cNvGrpSpPr/>
        <p:nvPr/>
      </p:nvGrpSpPr>
      <p:grpSpPr>
        <a:xfrm>
          <a:off x="0" y="0"/>
          <a:ext cx="0" cy="0"/>
          <a:chOff x="0" y="0"/>
          <a:chExt cx="0" cy="0"/>
        </a:xfrm>
      </p:grpSpPr>
      <p:sp>
        <p:nvSpPr>
          <p:cNvPr id="10" name="Titre 1">
            <a:extLst>
              <a:ext uri="{FF2B5EF4-FFF2-40B4-BE49-F238E27FC236}">
                <a16:creationId xmlns:a16="http://schemas.microsoft.com/office/drawing/2014/main" id="{4E889778-2EB2-8822-40ED-A83978C425AE}"/>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t>Process et stack technique</a:t>
            </a:r>
          </a:p>
        </p:txBody>
      </p:sp>
      <p:cxnSp>
        <p:nvCxnSpPr>
          <p:cNvPr id="5" name="Connecteur droit avec flèche 4">
            <a:extLst>
              <a:ext uri="{FF2B5EF4-FFF2-40B4-BE49-F238E27FC236}">
                <a16:creationId xmlns:a16="http://schemas.microsoft.com/office/drawing/2014/main" id="{D5EF296B-35A7-9004-33E6-C3CF7DD843FD}"/>
              </a:ext>
            </a:extLst>
          </p:cNvPr>
          <p:cNvCxnSpPr>
            <a:cxnSpLocks/>
            <a:endCxn id="6" idx="1"/>
          </p:cNvCxnSpPr>
          <p:nvPr/>
        </p:nvCxnSpPr>
        <p:spPr>
          <a:xfrm>
            <a:off x="2753031" y="1988679"/>
            <a:ext cx="2700442"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 name="ZoneTexte 5">
            <a:extLst>
              <a:ext uri="{FF2B5EF4-FFF2-40B4-BE49-F238E27FC236}">
                <a16:creationId xmlns:a16="http://schemas.microsoft.com/office/drawing/2014/main" id="{AF2DEB27-3B2E-CB7E-CAD5-907083B8D2EF}"/>
              </a:ext>
            </a:extLst>
          </p:cNvPr>
          <p:cNvSpPr txBox="1"/>
          <p:nvPr/>
        </p:nvSpPr>
        <p:spPr>
          <a:xfrm>
            <a:off x="5453473" y="1665514"/>
            <a:ext cx="4742579" cy="646331"/>
          </a:xfrm>
          <a:prstGeom prst="rect">
            <a:avLst/>
          </a:prstGeom>
          <a:noFill/>
        </p:spPr>
        <p:txBody>
          <a:bodyPr wrap="square" rtlCol="0">
            <a:spAutoFit/>
          </a:bodyPr>
          <a:lstStyle/>
          <a:p>
            <a:pPr marL="342900" indent="-342900" algn="ctr">
              <a:buAutoNum type="arabicPeriod"/>
            </a:pPr>
            <a:r>
              <a:rPr lang="fr-FR" dirty="0"/>
              <a:t>Suivre le format pour renseigner les champs</a:t>
            </a:r>
          </a:p>
          <a:p>
            <a:pPr algn="ctr"/>
            <a:r>
              <a:rPr lang="fr-FR" dirty="0"/>
              <a:t>(microphone native)</a:t>
            </a:r>
          </a:p>
        </p:txBody>
      </p:sp>
      <p:cxnSp>
        <p:nvCxnSpPr>
          <p:cNvPr id="15" name="Connecteur droit avec flèche 14">
            <a:extLst>
              <a:ext uri="{FF2B5EF4-FFF2-40B4-BE49-F238E27FC236}">
                <a16:creationId xmlns:a16="http://schemas.microsoft.com/office/drawing/2014/main" id="{6ED6FF21-4B15-1A19-CBD4-2287F045A4DC}"/>
              </a:ext>
            </a:extLst>
          </p:cNvPr>
          <p:cNvCxnSpPr>
            <a:cxnSpLocks/>
            <a:stCxn id="6" idx="2"/>
            <a:endCxn id="20" idx="0"/>
          </p:cNvCxnSpPr>
          <p:nvPr/>
        </p:nvCxnSpPr>
        <p:spPr>
          <a:xfrm>
            <a:off x="7824763" y="2311845"/>
            <a:ext cx="0" cy="30924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ZoneTexte 19">
            <a:extLst>
              <a:ext uri="{FF2B5EF4-FFF2-40B4-BE49-F238E27FC236}">
                <a16:creationId xmlns:a16="http://schemas.microsoft.com/office/drawing/2014/main" id="{44AE5363-532F-639E-EBEE-7F97C8332281}"/>
              </a:ext>
            </a:extLst>
          </p:cNvPr>
          <p:cNvSpPr txBox="1"/>
          <p:nvPr/>
        </p:nvSpPr>
        <p:spPr>
          <a:xfrm>
            <a:off x="5453473" y="2621086"/>
            <a:ext cx="4742579" cy="646331"/>
          </a:xfrm>
          <a:prstGeom prst="rect">
            <a:avLst/>
          </a:prstGeom>
          <a:noFill/>
        </p:spPr>
        <p:txBody>
          <a:bodyPr wrap="square" rtlCol="0">
            <a:spAutoFit/>
          </a:bodyPr>
          <a:lstStyle/>
          <a:p>
            <a:pPr algn="ctr"/>
            <a:r>
              <a:rPr lang="fr-FR" dirty="0"/>
              <a:t>2. Transcription des mots</a:t>
            </a:r>
          </a:p>
          <a:p>
            <a:pPr algn="ctr"/>
            <a:r>
              <a:rPr lang="fr-FR" dirty="0"/>
              <a:t>(processus natif)</a:t>
            </a:r>
          </a:p>
        </p:txBody>
      </p:sp>
      <p:sp>
        <p:nvSpPr>
          <p:cNvPr id="26" name="ZoneTexte 25">
            <a:extLst>
              <a:ext uri="{FF2B5EF4-FFF2-40B4-BE49-F238E27FC236}">
                <a16:creationId xmlns:a16="http://schemas.microsoft.com/office/drawing/2014/main" id="{EA5449FC-9095-5798-8AA7-C7434E83EA29}"/>
              </a:ext>
            </a:extLst>
          </p:cNvPr>
          <p:cNvSpPr txBox="1"/>
          <p:nvPr/>
        </p:nvSpPr>
        <p:spPr>
          <a:xfrm>
            <a:off x="5453472" y="3576658"/>
            <a:ext cx="4742579" cy="646331"/>
          </a:xfrm>
          <a:prstGeom prst="rect">
            <a:avLst/>
          </a:prstGeom>
          <a:noFill/>
        </p:spPr>
        <p:txBody>
          <a:bodyPr wrap="square" rtlCol="0">
            <a:spAutoFit/>
          </a:bodyPr>
          <a:lstStyle/>
          <a:p>
            <a:pPr algn="ctr"/>
            <a:r>
              <a:rPr lang="fr-FR" dirty="0"/>
              <a:t>3. Correcteur : mots détectés VS dictionnaire</a:t>
            </a:r>
          </a:p>
          <a:p>
            <a:pPr algn="ctr"/>
            <a:r>
              <a:rPr lang="fr-FR" dirty="0"/>
              <a:t>(processus natif)</a:t>
            </a:r>
          </a:p>
        </p:txBody>
      </p:sp>
      <p:cxnSp>
        <p:nvCxnSpPr>
          <p:cNvPr id="27" name="Connecteur droit avec flèche 26">
            <a:extLst>
              <a:ext uri="{FF2B5EF4-FFF2-40B4-BE49-F238E27FC236}">
                <a16:creationId xmlns:a16="http://schemas.microsoft.com/office/drawing/2014/main" id="{BE89D249-721B-C468-9163-9CCF97055047}"/>
              </a:ext>
            </a:extLst>
          </p:cNvPr>
          <p:cNvCxnSpPr>
            <a:cxnSpLocks/>
            <a:stCxn id="20" idx="2"/>
            <a:endCxn id="26" idx="0"/>
          </p:cNvCxnSpPr>
          <p:nvPr/>
        </p:nvCxnSpPr>
        <p:spPr>
          <a:xfrm flipH="1">
            <a:off x="7824762" y="3267417"/>
            <a:ext cx="1" cy="30924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 name="Connecteur droit avec flèche 35">
            <a:extLst>
              <a:ext uri="{FF2B5EF4-FFF2-40B4-BE49-F238E27FC236}">
                <a16:creationId xmlns:a16="http://schemas.microsoft.com/office/drawing/2014/main" id="{C16F5CDA-BD10-E929-4961-8574BD3660D5}"/>
              </a:ext>
            </a:extLst>
          </p:cNvPr>
          <p:cNvCxnSpPr>
            <a:cxnSpLocks/>
            <a:stCxn id="26" idx="1"/>
          </p:cNvCxnSpPr>
          <p:nvPr/>
        </p:nvCxnSpPr>
        <p:spPr>
          <a:xfrm flipH="1" flipV="1">
            <a:off x="2753031" y="3899823"/>
            <a:ext cx="2700441"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3" name="ZoneTexte 42">
            <a:extLst>
              <a:ext uri="{FF2B5EF4-FFF2-40B4-BE49-F238E27FC236}">
                <a16:creationId xmlns:a16="http://schemas.microsoft.com/office/drawing/2014/main" id="{38BF5C91-1F15-59CD-4923-0049663FE37D}"/>
              </a:ext>
            </a:extLst>
          </p:cNvPr>
          <p:cNvSpPr txBox="1"/>
          <p:nvPr/>
        </p:nvSpPr>
        <p:spPr>
          <a:xfrm>
            <a:off x="2618582" y="3507409"/>
            <a:ext cx="2969337" cy="369332"/>
          </a:xfrm>
          <a:prstGeom prst="rect">
            <a:avLst/>
          </a:prstGeom>
          <a:noFill/>
        </p:spPr>
        <p:txBody>
          <a:bodyPr wrap="square" rtlCol="0">
            <a:spAutoFit/>
          </a:bodyPr>
          <a:lstStyle/>
          <a:p>
            <a:pPr algn="ctr"/>
            <a:r>
              <a:rPr lang="fr-FR" dirty="0"/>
              <a:t>Transcription corrigée</a:t>
            </a:r>
          </a:p>
        </p:txBody>
      </p:sp>
      <p:grpSp>
        <p:nvGrpSpPr>
          <p:cNvPr id="45" name="Groupe 44">
            <a:extLst>
              <a:ext uri="{FF2B5EF4-FFF2-40B4-BE49-F238E27FC236}">
                <a16:creationId xmlns:a16="http://schemas.microsoft.com/office/drawing/2014/main" id="{CAA8361D-006C-8345-168A-B538330A867D}"/>
              </a:ext>
            </a:extLst>
          </p:cNvPr>
          <p:cNvGrpSpPr/>
          <p:nvPr/>
        </p:nvGrpSpPr>
        <p:grpSpPr>
          <a:xfrm>
            <a:off x="167146" y="1367203"/>
            <a:ext cx="3156154" cy="3825283"/>
            <a:chOff x="167146" y="1367203"/>
            <a:chExt cx="3156154" cy="3825283"/>
          </a:xfrm>
        </p:grpSpPr>
        <p:grpSp>
          <p:nvGrpSpPr>
            <p:cNvPr id="3" name="Groupe 2">
              <a:extLst>
                <a:ext uri="{FF2B5EF4-FFF2-40B4-BE49-F238E27FC236}">
                  <a16:creationId xmlns:a16="http://schemas.microsoft.com/office/drawing/2014/main" id="{24C699B5-44FD-38BB-E9F8-AA72BAABCC83}"/>
                </a:ext>
              </a:extLst>
            </p:cNvPr>
            <p:cNvGrpSpPr/>
            <p:nvPr/>
          </p:nvGrpSpPr>
          <p:grpSpPr>
            <a:xfrm>
              <a:off x="167146" y="1665514"/>
              <a:ext cx="3156154" cy="3526972"/>
              <a:chOff x="285133" y="2300288"/>
              <a:chExt cx="3156154" cy="3526972"/>
            </a:xfrm>
          </p:grpSpPr>
          <p:pic>
            <p:nvPicPr>
              <p:cNvPr id="8" name="Graphique 7" descr="Smartphone avec un remplissage uni">
                <a:extLst>
                  <a:ext uri="{FF2B5EF4-FFF2-40B4-BE49-F238E27FC236}">
                    <a16:creationId xmlns:a16="http://schemas.microsoft.com/office/drawing/2014/main" id="{C345EB9C-2F29-DA5F-789A-1DAC91FF205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5133" y="2300288"/>
                <a:ext cx="3156154" cy="3526972"/>
              </a:xfrm>
              <a:prstGeom prst="rect">
                <a:avLst/>
              </a:prstGeom>
            </p:spPr>
          </p:pic>
          <p:pic>
            <p:nvPicPr>
              <p:cNvPr id="2" name="Image 1">
                <a:extLst>
                  <a:ext uri="{FF2B5EF4-FFF2-40B4-BE49-F238E27FC236}">
                    <a16:creationId xmlns:a16="http://schemas.microsoft.com/office/drawing/2014/main" id="{0964E3EC-C4F7-422F-B2F2-AA2231F87BC0}"/>
                  </a:ext>
                </a:extLst>
              </p:cNvPr>
              <p:cNvPicPr>
                <a:picLocks noChangeAspect="1"/>
              </p:cNvPicPr>
              <p:nvPr/>
            </p:nvPicPr>
            <p:blipFill>
              <a:blip r:embed="rId5"/>
              <a:stretch>
                <a:fillRect/>
              </a:stretch>
            </p:blipFill>
            <p:spPr>
              <a:xfrm>
                <a:off x="1243082" y="2819318"/>
                <a:ext cx="1264144" cy="2441533"/>
              </a:xfrm>
              <a:prstGeom prst="rect">
                <a:avLst/>
              </a:prstGeom>
            </p:spPr>
          </p:pic>
        </p:grpSp>
        <p:pic>
          <p:nvPicPr>
            <p:cNvPr id="44" name="Picture 2" descr="Flutter Icons, Logos, Symbols - Free Download in SVG, PNG">
              <a:extLst>
                <a:ext uri="{FF2B5EF4-FFF2-40B4-BE49-F238E27FC236}">
                  <a16:creationId xmlns:a16="http://schemas.microsoft.com/office/drawing/2014/main" id="{8F20372B-3250-6982-ADB9-CEB5088ECC7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7490" y="1367203"/>
              <a:ext cx="646970" cy="646970"/>
            </a:xfrm>
            <a:prstGeom prst="rect">
              <a:avLst/>
            </a:prstGeom>
            <a:noFill/>
            <a:extLst>
              <a:ext uri="{909E8E84-426E-40DD-AFC4-6F175D3DCCD1}">
                <a14:hiddenFill xmlns:a14="http://schemas.microsoft.com/office/drawing/2010/main">
                  <a:solidFill>
                    <a:srgbClr val="FFFFFF"/>
                  </a:solidFill>
                </a14:hiddenFill>
              </a:ext>
            </a:extLst>
          </p:spPr>
        </p:pic>
      </p:grpSp>
      <p:sp>
        <p:nvSpPr>
          <p:cNvPr id="48" name="Demi-tour 47">
            <a:extLst>
              <a:ext uri="{FF2B5EF4-FFF2-40B4-BE49-F238E27FC236}">
                <a16:creationId xmlns:a16="http://schemas.microsoft.com/office/drawing/2014/main" id="{71B85B69-105D-0F85-F84C-8BDC7CBFC014}"/>
              </a:ext>
            </a:extLst>
          </p:cNvPr>
          <p:cNvSpPr/>
          <p:nvPr/>
        </p:nvSpPr>
        <p:spPr>
          <a:xfrm rot="7233852">
            <a:off x="2365472" y="4746361"/>
            <a:ext cx="775116" cy="524518"/>
          </a:xfrm>
          <a:prstGeom prst="utur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fr-FR">
              <a:solidFill>
                <a:schemeClr val="tx1"/>
              </a:solidFill>
            </a:endParaRPr>
          </a:p>
        </p:txBody>
      </p:sp>
      <p:sp>
        <p:nvSpPr>
          <p:cNvPr id="50" name="ZoneTexte 49">
            <a:extLst>
              <a:ext uri="{FF2B5EF4-FFF2-40B4-BE49-F238E27FC236}">
                <a16:creationId xmlns:a16="http://schemas.microsoft.com/office/drawing/2014/main" id="{BEC13AE2-9873-9AE1-3A4C-A36976147A73}"/>
              </a:ext>
            </a:extLst>
          </p:cNvPr>
          <p:cNvSpPr txBox="1"/>
          <p:nvPr/>
        </p:nvSpPr>
        <p:spPr>
          <a:xfrm>
            <a:off x="3211827" y="4462981"/>
            <a:ext cx="8331244" cy="1200329"/>
          </a:xfrm>
          <a:prstGeom prst="rect">
            <a:avLst/>
          </a:prstGeom>
          <a:noFill/>
        </p:spPr>
        <p:txBody>
          <a:bodyPr wrap="square" rtlCol="0">
            <a:spAutoFit/>
          </a:bodyPr>
          <a:lstStyle/>
          <a:p>
            <a:r>
              <a:rPr lang="fr-FR" dirty="0"/>
              <a:t>4. Comparaison des mots transcrits avec les mots clefs des chefs (ex: code, localisation), pour trouver le plus proche (délimitations)</a:t>
            </a:r>
          </a:p>
          <a:p>
            <a:r>
              <a:rPr lang="fr-FR" dirty="0"/>
              <a:t>5. Extraire les charactères entre les mots délimitant</a:t>
            </a:r>
          </a:p>
          <a:p>
            <a:r>
              <a:rPr lang="fr-FR" dirty="0"/>
              <a:t>6. Insertion des valeurs transcrites dans les champs du formulaire</a:t>
            </a:r>
          </a:p>
        </p:txBody>
      </p:sp>
    </p:spTree>
    <p:extLst>
      <p:ext uri="{BB962C8B-B14F-4D97-AF65-F5344CB8AC3E}">
        <p14:creationId xmlns:p14="http://schemas.microsoft.com/office/powerpoint/2010/main" val="33106322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6AE88-2095-9976-0765-E47F589987B5}"/>
            </a:ext>
          </a:extLst>
        </p:cNvPr>
        <p:cNvGrpSpPr/>
        <p:nvPr/>
      </p:nvGrpSpPr>
      <p:grpSpPr>
        <a:xfrm>
          <a:off x="0" y="0"/>
          <a:ext cx="0" cy="0"/>
          <a:chOff x="0" y="0"/>
          <a:chExt cx="0" cy="0"/>
        </a:xfrm>
      </p:grpSpPr>
      <p:sp>
        <p:nvSpPr>
          <p:cNvPr id="10" name="Titre 1">
            <a:extLst>
              <a:ext uri="{FF2B5EF4-FFF2-40B4-BE49-F238E27FC236}">
                <a16:creationId xmlns:a16="http://schemas.microsoft.com/office/drawing/2014/main" id="{1D315766-FE9C-78B4-2E23-CD7A8596F383}"/>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t>Résultats en vidéo : non concluant, beaucoup de difficultés</a:t>
            </a:r>
          </a:p>
        </p:txBody>
      </p:sp>
      <p:pic>
        <p:nvPicPr>
          <p:cNvPr id="2" name="sr_20230716">
            <a:hlinkClick r:id="" action="ppaction://media"/>
            <a:extLst>
              <a:ext uri="{FF2B5EF4-FFF2-40B4-BE49-F238E27FC236}">
                <a16:creationId xmlns:a16="http://schemas.microsoft.com/office/drawing/2014/main" id="{CEB8490E-6FA1-B32C-3919-248BC7B8A8BF}"/>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838200" y="1976282"/>
            <a:ext cx="1897023" cy="4257215"/>
          </a:xfrm>
          <a:prstGeom prst="rect">
            <a:avLst/>
          </a:prstGeom>
        </p:spPr>
      </p:pic>
      <p:sp>
        <p:nvSpPr>
          <p:cNvPr id="4" name="ZoneTexte 3">
            <a:extLst>
              <a:ext uri="{FF2B5EF4-FFF2-40B4-BE49-F238E27FC236}">
                <a16:creationId xmlns:a16="http://schemas.microsoft.com/office/drawing/2014/main" id="{D8FE4D43-3973-DD36-37B2-86B581AFB644}"/>
              </a:ext>
            </a:extLst>
          </p:cNvPr>
          <p:cNvSpPr txBox="1"/>
          <p:nvPr/>
        </p:nvSpPr>
        <p:spPr>
          <a:xfrm>
            <a:off x="2959510" y="1976282"/>
            <a:ext cx="8394290" cy="2031325"/>
          </a:xfrm>
          <a:prstGeom prst="rect">
            <a:avLst/>
          </a:prstGeom>
          <a:noFill/>
        </p:spPr>
        <p:txBody>
          <a:bodyPr wrap="square" rtlCol="0">
            <a:spAutoFit/>
          </a:bodyPr>
          <a:lstStyle/>
          <a:p>
            <a:r>
              <a:rPr lang="fr-FR" dirty="0"/>
              <a:t>Retour d’expériences :</a:t>
            </a:r>
          </a:p>
          <a:p>
            <a:pPr marL="285750" indent="-285750">
              <a:buFont typeface="Arial" panose="020B0604020202020204" pitchFamily="34" charset="0"/>
              <a:buChar char="•"/>
            </a:pPr>
            <a:r>
              <a:rPr lang="fr-FR" dirty="0"/>
              <a:t>Beaucoup d’essais avant d’obtenir les premiers enregistrements : pas le bon rythme, enregistrement qui se coupe au milieu, enregistrement ne débute que s’il comprend et reconnait le premier mot =&gt; fonctionne 1/10</a:t>
            </a:r>
          </a:p>
          <a:p>
            <a:pPr marL="285750" indent="-285750">
              <a:buFont typeface="Arial" panose="020B0604020202020204" pitchFamily="34" charset="0"/>
              <a:buChar char="•"/>
            </a:pPr>
            <a:endParaRPr lang="fr-FR" dirty="0"/>
          </a:p>
          <a:p>
            <a:pPr marL="285750" indent="-285750">
              <a:buFont typeface="Arial" panose="020B0604020202020204" pitchFamily="34" charset="0"/>
              <a:buChar char="•"/>
            </a:pPr>
            <a:r>
              <a:rPr lang="fr-FR" dirty="0"/>
              <a:t>L’algorithme de délimitation fonctionne à chaque fois mais comme il est dépendant de la transcription, les résultats sont décevants</a:t>
            </a:r>
          </a:p>
        </p:txBody>
      </p:sp>
      <p:pic>
        <p:nvPicPr>
          <p:cNvPr id="8" name="sr_demo">
            <a:hlinkClick r:id="" action="ppaction://media"/>
            <a:extLst>
              <a:ext uri="{FF2B5EF4-FFF2-40B4-BE49-F238E27FC236}">
                <a16:creationId xmlns:a16="http://schemas.microsoft.com/office/drawing/2014/main" id="{9D25B49A-3D7D-9025-04B1-FB2B552E631C}"/>
              </a:ext>
            </a:extLst>
          </p:cNvPr>
          <p:cNvPicPr>
            <a:picLocks noChangeAspect="1"/>
          </p:cNvPicPr>
          <p:nvPr>
            <a:audioFile r:link="rId4"/>
            <p:extLst>
              <p:ext uri="{DAA4B4D4-6D71-4841-9C94-3DE7FCFB9230}">
                <p14:media xmlns:p14="http://schemas.microsoft.com/office/powerpoint/2010/main" r:embed="rId3"/>
              </p:ext>
            </p:extLst>
          </p:nvPr>
        </p:nvPicPr>
        <p:blipFill>
          <a:blip r:embed="rId8"/>
          <a:stretch>
            <a:fillRect/>
          </a:stretch>
        </p:blipFill>
        <p:spPr>
          <a:xfrm>
            <a:off x="2959510" y="4293201"/>
            <a:ext cx="812800" cy="812800"/>
          </a:xfrm>
          <a:prstGeom prst="rect">
            <a:avLst/>
          </a:prstGeom>
        </p:spPr>
      </p:pic>
      <p:sp>
        <p:nvSpPr>
          <p:cNvPr id="9" name="ZoneTexte 8">
            <a:extLst>
              <a:ext uri="{FF2B5EF4-FFF2-40B4-BE49-F238E27FC236}">
                <a16:creationId xmlns:a16="http://schemas.microsoft.com/office/drawing/2014/main" id="{04254EBA-F6F6-21E8-38F8-1A2F3D26AC96}"/>
              </a:ext>
            </a:extLst>
          </p:cNvPr>
          <p:cNvSpPr txBox="1"/>
          <p:nvPr/>
        </p:nvSpPr>
        <p:spPr>
          <a:xfrm>
            <a:off x="2959510" y="5106001"/>
            <a:ext cx="8394290" cy="369332"/>
          </a:xfrm>
          <a:prstGeom prst="rect">
            <a:avLst/>
          </a:prstGeom>
          <a:noFill/>
        </p:spPr>
        <p:txBody>
          <a:bodyPr wrap="square" rtlCol="0">
            <a:spAutoFit/>
          </a:bodyPr>
          <a:lstStyle/>
          <a:p>
            <a:r>
              <a:rPr lang="fr-FR" dirty="0"/>
              <a:t>Transcription iOS : « </a:t>
            </a:r>
            <a:r>
              <a:rPr lang="fr-FR" dirty="0" err="1"/>
              <a:t>Create</a:t>
            </a:r>
            <a:r>
              <a:rPr lang="fr-FR" dirty="0"/>
              <a:t> a code, ABC, </a:t>
            </a:r>
            <a:r>
              <a:rPr lang="fr-FR" dirty="0" err="1"/>
              <a:t>localization</a:t>
            </a:r>
            <a:r>
              <a:rPr lang="fr-FR" dirty="0"/>
              <a:t>, Paris Surface, 3.1 type </a:t>
            </a:r>
            <a:r>
              <a:rPr lang="fr-FR" dirty="0" err="1"/>
              <a:t>ari</a:t>
            </a:r>
            <a:r>
              <a:rPr lang="fr-FR" dirty="0"/>
              <a:t>. »</a:t>
            </a:r>
          </a:p>
        </p:txBody>
      </p:sp>
    </p:spTree>
    <p:extLst>
      <p:ext uri="{BB962C8B-B14F-4D97-AF65-F5344CB8AC3E}">
        <p14:creationId xmlns:p14="http://schemas.microsoft.com/office/powerpoint/2010/main" val="1932056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1834"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9408"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fullScrn="1">
              <p:cMediaNode vol="80000">
                <p:cTn id="11" repeatCount="indefinite" fill="hold" display="0">
                  <p:stCondLst>
                    <p:cond delay="indefinite"/>
                  </p:stCondLst>
                </p:cTn>
                <p:tgtEl>
                  <p:spTgt spid="2"/>
                </p:tgtEl>
              </p:cMediaNode>
            </p:video>
            <p:seq concurrent="1" nextAc="seek">
              <p:cTn id="12" restart="whenNotActive" fill="hold" evtFilter="cancelBubble" nodeType="interactiveSeq">
                <p:stCondLst>
                  <p:cond evt="onClick" delay="0">
                    <p:tgtEl>
                      <p:spTgt spid="2"/>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
                                        </p:tgtEl>
                                      </p:cBhvr>
                                    </p:cmd>
                                  </p:childTnLst>
                                </p:cTn>
                              </p:par>
                            </p:childTnLst>
                          </p:cTn>
                        </p:par>
                      </p:childTnLst>
                    </p:cTn>
                  </p:par>
                </p:childTnLst>
              </p:cTn>
              <p:nextCondLst>
                <p:cond evt="onClick" delay="0">
                  <p:tgtEl>
                    <p:spTgt spid="2"/>
                  </p:tgtEl>
                </p:cond>
              </p:nextCondLst>
            </p:seq>
            <p:audio>
              <p:cMediaNode vol="80000">
                <p:cTn id="17" fill="hold" display="0">
                  <p:stCondLst>
                    <p:cond delay="indefinite"/>
                  </p:stCondLst>
                  <p:endCondLst>
                    <p:cond evt="onStopAudio" delay="0">
                      <p:tgtEl>
                        <p:sldTgt/>
                      </p:tgtEl>
                    </p:cond>
                  </p:endCondLst>
                </p:cTn>
                <p:tgtEl>
                  <p:spTgt spid="8"/>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2D6AB6-FDD6-16CF-5E89-899AAB67A291}"/>
              </a:ext>
            </a:extLst>
          </p:cNvPr>
          <p:cNvSpPr>
            <a:spLocks noGrp="1"/>
          </p:cNvSpPr>
          <p:nvPr>
            <p:ph type="title"/>
          </p:nvPr>
        </p:nvSpPr>
        <p:spPr/>
        <p:txBody>
          <a:bodyPr/>
          <a:lstStyle/>
          <a:p>
            <a:r>
              <a:rPr lang="fr-FR" dirty="0"/>
              <a:t>Pistes d’amélioration</a:t>
            </a:r>
          </a:p>
        </p:txBody>
      </p:sp>
      <p:graphicFrame>
        <p:nvGraphicFramePr>
          <p:cNvPr id="8" name="Tableau 8">
            <a:extLst>
              <a:ext uri="{FF2B5EF4-FFF2-40B4-BE49-F238E27FC236}">
                <a16:creationId xmlns:a16="http://schemas.microsoft.com/office/drawing/2014/main" id="{95FD8117-5D45-22A3-2589-DEEE7F7A555A}"/>
              </a:ext>
            </a:extLst>
          </p:cNvPr>
          <p:cNvGraphicFramePr>
            <a:graphicFrameLocks noGrp="1"/>
          </p:cNvGraphicFramePr>
          <p:nvPr>
            <p:extLst>
              <p:ext uri="{D42A27DB-BD31-4B8C-83A1-F6EECF244321}">
                <p14:modId xmlns:p14="http://schemas.microsoft.com/office/powerpoint/2010/main" val="103339389"/>
              </p:ext>
            </p:extLst>
          </p:nvPr>
        </p:nvGraphicFramePr>
        <p:xfrm>
          <a:off x="838200" y="1525667"/>
          <a:ext cx="10515600" cy="4668520"/>
        </p:xfrm>
        <a:graphic>
          <a:graphicData uri="http://schemas.openxmlformats.org/drawingml/2006/table">
            <a:tbl>
              <a:tblPr firstRow="1" bandRow="1">
                <a:tableStyleId>{21E4AEA4-8DFA-4A89-87EB-49C32662AFE0}</a:tableStyleId>
              </a:tblPr>
              <a:tblGrid>
                <a:gridCol w="10515600">
                  <a:extLst>
                    <a:ext uri="{9D8B030D-6E8A-4147-A177-3AD203B41FA5}">
                      <a16:colId xmlns:a16="http://schemas.microsoft.com/office/drawing/2014/main" val="3061177605"/>
                    </a:ext>
                  </a:extLst>
                </a:gridCol>
              </a:tblGrid>
              <a:tr h="370840">
                <a:tc>
                  <a:txBody>
                    <a:bodyPr/>
                    <a:lstStyle/>
                    <a:p>
                      <a:r>
                        <a:rPr lang="fr-FR" sz="1400" dirty="0"/>
                        <a:t>Reconnaissance vocale (SR)</a:t>
                      </a:r>
                    </a:p>
                  </a:txBody>
                  <a:tcPr/>
                </a:tc>
                <a:extLst>
                  <a:ext uri="{0D108BD9-81ED-4DB2-BD59-A6C34878D82A}">
                    <a16:rowId xmlns:a16="http://schemas.microsoft.com/office/drawing/2014/main" val="1219771111"/>
                  </a:ext>
                </a:extLst>
              </a:tr>
              <a:tr h="370840">
                <a:tc>
                  <a:txBody>
                    <a:bodyPr/>
                    <a:lstStyle/>
                    <a:p>
                      <a:r>
                        <a:rPr lang="fr-FR" sz="1200" b="1" u="sng" dirty="0"/>
                        <a:t>Pré-traitement</a:t>
                      </a:r>
                    </a:p>
                    <a:p>
                      <a:endParaRPr lang="fr-FR" sz="1200" dirty="0"/>
                    </a:p>
                    <a:p>
                      <a:r>
                        <a:rPr lang="fr-FR" sz="1200" b="1" dirty="0"/>
                        <a:t>Normalisation audio</a:t>
                      </a:r>
                      <a:endParaRPr lang="fr-FR" sz="1200" dirty="0"/>
                    </a:p>
                    <a:p>
                      <a:pPr lvl="1"/>
                      <a:r>
                        <a:rPr lang="fr-FR" sz="1200" b="1" dirty="0"/>
                        <a:t>Normalisation du volume</a:t>
                      </a:r>
                      <a:r>
                        <a:rPr lang="fr-FR" sz="1200" dirty="0"/>
                        <a:t> : ajuster le volume pour uniformiser les niveaux audio.</a:t>
                      </a:r>
                    </a:p>
                    <a:p>
                      <a:pPr lvl="1"/>
                      <a:r>
                        <a:rPr lang="fr-FR" sz="1200" b="1" dirty="0"/>
                        <a:t>Normalisation de la vitesse de parole</a:t>
                      </a:r>
                      <a:r>
                        <a:rPr lang="fr-FR" sz="1200" dirty="0"/>
                        <a:t> : ajuster la vitesse de parole pour une meilleure reconnaissance.</a:t>
                      </a:r>
                    </a:p>
                    <a:p>
                      <a:pPr lvl="1"/>
                      <a:endParaRPr lang="fr-FR" sz="1200" dirty="0"/>
                    </a:p>
                    <a:p>
                      <a:r>
                        <a:rPr lang="fr-FR" sz="1200" b="1" dirty="0"/>
                        <a:t>Segmentation audio</a:t>
                      </a:r>
                      <a:endParaRPr lang="fr-FR" sz="1200" dirty="0"/>
                    </a:p>
                    <a:p>
                      <a:pPr lvl="1"/>
                      <a:r>
                        <a:rPr lang="fr-FR" sz="1200" b="1" dirty="0"/>
                        <a:t>Détection de la parole</a:t>
                      </a:r>
                      <a:r>
                        <a:rPr lang="fr-FR" sz="1200" dirty="0"/>
                        <a:t> : identifier et isoler les segments de parole dans l'audio.</a:t>
                      </a:r>
                    </a:p>
                    <a:p>
                      <a:pPr lvl="1"/>
                      <a:r>
                        <a:rPr lang="fr-FR" sz="1200" b="1" dirty="0"/>
                        <a:t>Détection de silences</a:t>
                      </a:r>
                      <a:r>
                        <a:rPr lang="fr-FR" sz="1200" dirty="0"/>
                        <a:t> : identifier et supprimer les silences pour améliorer l'efficacité de la reconnaissance.</a:t>
                      </a:r>
                    </a:p>
                    <a:p>
                      <a:pPr lvl="1"/>
                      <a:endParaRPr lang="fr-FR" sz="1200" dirty="0"/>
                    </a:p>
                    <a:p>
                      <a:r>
                        <a:rPr lang="fr-FR" sz="1200" b="1" dirty="0"/>
                        <a:t>Réduction du bruit</a:t>
                      </a:r>
                      <a:endParaRPr lang="fr-FR" sz="1200" dirty="0"/>
                    </a:p>
                    <a:p>
                      <a:pPr lvl="1"/>
                      <a:r>
                        <a:rPr lang="fr-FR" sz="1200" b="1" dirty="0"/>
                        <a:t>Filtrage passe-bas</a:t>
                      </a:r>
                      <a:r>
                        <a:rPr lang="fr-FR" sz="1200" dirty="0"/>
                        <a:t> : appliquer des filtres pour réduire le bruit de fond.</a:t>
                      </a:r>
                    </a:p>
                    <a:p>
                      <a:pPr lvl="1"/>
                      <a:r>
                        <a:rPr lang="fr-FR" sz="1200" b="1" dirty="0"/>
                        <a:t>Suppression de l'écho</a:t>
                      </a:r>
                      <a:r>
                        <a:rPr lang="fr-FR" sz="1200" dirty="0"/>
                        <a:t> : utiliser des algorithmes pour supprimer l'écho et améliorer la clarté de la parole.</a:t>
                      </a:r>
                    </a:p>
                    <a:p>
                      <a:pPr lvl="1"/>
                      <a:endParaRPr lang="fr-FR" sz="1200" dirty="0"/>
                    </a:p>
                    <a:p>
                      <a:r>
                        <a:rPr lang="fr-FR" sz="1200" b="1" u="sng" dirty="0"/>
                        <a:t>Post-traitement</a:t>
                      </a:r>
                    </a:p>
                    <a:p>
                      <a:endParaRPr lang="fr-FR" sz="1200" b="1" u="sng" dirty="0"/>
                    </a:p>
                    <a:p>
                      <a:r>
                        <a:rPr lang="fr-FR" sz="1200" b="1" dirty="0"/>
                        <a:t>Correction d'erreurs</a:t>
                      </a:r>
                      <a:endParaRPr lang="fr-FR" sz="1200" dirty="0"/>
                    </a:p>
                    <a:p>
                      <a:pPr lvl="1"/>
                      <a:r>
                        <a:rPr lang="fr-FR" sz="1200" b="1" dirty="0"/>
                        <a:t>Modèles de langue</a:t>
                      </a:r>
                      <a:r>
                        <a:rPr lang="fr-FR" sz="1200" dirty="0"/>
                        <a:t> : utiliser des modèles de langue pour corriger les erreurs de transcription.</a:t>
                      </a:r>
                    </a:p>
                    <a:p>
                      <a:pPr lvl="1"/>
                      <a:r>
                        <a:rPr lang="fr-FR" sz="1200" b="1" dirty="0"/>
                        <a:t>Contexte sémantique</a:t>
                      </a:r>
                      <a:r>
                        <a:rPr lang="fr-FR" sz="1200" dirty="0"/>
                        <a:t> : appliquer des algorithmes pour comprendre le contexte et corriger les erreurs en fonction du sens.</a:t>
                      </a:r>
                    </a:p>
                    <a:p>
                      <a:pPr lvl="1"/>
                      <a:endParaRPr lang="fr-FR" sz="1200" dirty="0"/>
                    </a:p>
                    <a:p>
                      <a:r>
                        <a:rPr lang="fr-FR" sz="1200" b="1" dirty="0"/>
                        <a:t>Validation des données</a:t>
                      </a:r>
                      <a:endParaRPr lang="fr-FR" sz="1200" dirty="0"/>
                    </a:p>
                    <a:p>
                      <a:pPr lvl="1"/>
                      <a:r>
                        <a:rPr lang="fr-FR" sz="1200" b="1" dirty="0"/>
                        <a:t>Vérification de cohérence</a:t>
                      </a:r>
                      <a:r>
                        <a:rPr lang="fr-FR" sz="1200" dirty="0"/>
                        <a:t> : vérifier la cohérence des données transcrites avec les attentes du système.</a:t>
                      </a:r>
                    </a:p>
                    <a:p>
                      <a:pPr lvl="1"/>
                      <a:r>
                        <a:rPr lang="fr-FR" sz="1200" b="1" dirty="0"/>
                        <a:t>Système de feedback utilisateur</a:t>
                      </a:r>
                      <a:r>
                        <a:rPr lang="fr-FR" sz="1200" dirty="0"/>
                        <a:t> : permettre aux utilisateurs de corriger manuellement les erreurs et d'améliorer le modèle.</a:t>
                      </a:r>
                    </a:p>
                  </a:txBody>
                  <a:tcPr/>
                </a:tc>
                <a:extLst>
                  <a:ext uri="{0D108BD9-81ED-4DB2-BD59-A6C34878D82A}">
                    <a16:rowId xmlns:a16="http://schemas.microsoft.com/office/drawing/2014/main" val="3666371548"/>
                  </a:ext>
                </a:extLst>
              </a:tr>
            </a:tbl>
          </a:graphicData>
        </a:graphic>
      </p:graphicFrame>
    </p:spTree>
    <p:extLst>
      <p:ext uri="{BB962C8B-B14F-4D97-AF65-F5344CB8AC3E}">
        <p14:creationId xmlns:p14="http://schemas.microsoft.com/office/powerpoint/2010/main" val="33062043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75C69-CA6C-ECD9-49BC-BC1BEBFE41E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9F99EC3-C6F7-0E80-EB6C-B19414BA22E4}"/>
              </a:ext>
            </a:extLst>
          </p:cNvPr>
          <p:cNvSpPr>
            <a:spLocks noGrp="1"/>
          </p:cNvSpPr>
          <p:nvPr>
            <p:ph type="ctrTitle"/>
          </p:nvPr>
        </p:nvSpPr>
        <p:spPr>
          <a:xfrm>
            <a:off x="1524000" y="245670"/>
            <a:ext cx="9144000" cy="979814"/>
          </a:xfrm>
        </p:spPr>
        <p:txBody>
          <a:bodyPr/>
          <a:lstStyle/>
          <a:p>
            <a:r>
              <a:rPr lang="fr-FR" dirty="0"/>
              <a:t>Conclusion</a:t>
            </a:r>
          </a:p>
        </p:txBody>
      </p:sp>
      <p:grpSp>
        <p:nvGrpSpPr>
          <p:cNvPr id="6" name="Groupe 5">
            <a:extLst>
              <a:ext uri="{FF2B5EF4-FFF2-40B4-BE49-F238E27FC236}">
                <a16:creationId xmlns:a16="http://schemas.microsoft.com/office/drawing/2014/main" id="{57987B7C-E53C-60FE-A366-07F733F2B76F}"/>
              </a:ext>
            </a:extLst>
          </p:cNvPr>
          <p:cNvGrpSpPr/>
          <p:nvPr/>
        </p:nvGrpSpPr>
        <p:grpSpPr>
          <a:xfrm>
            <a:off x="331568" y="4348797"/>
            <a:ext cx="11528864" cy="2246769"/>
            <a:chOff x="342455" y="1756904"/>
            <a:chExt cx="11528864" cy="2246769"/>
          </a:xfrm>
        </p:grpSpPr>
        <p:sp>
          <p:nvSpPr>
            <p:cNvPr id="3" name="ZoneTexte 2">
              <a:extLst>
                <a:ext uri="{FF2B5EF4-FFF2-40B4-BE49-F238E27FC236}">
                  <a16:creationId xmlns:a16="http://schemas.microsoft.com/office/drawing/2014/main" id="{15526F03-D9E1-B456-3F03-8E3D756BEBF4}"/>
                </a:ext>
              </a:extLst>
            </p:cNvPr>
            <p:cNvSpPr txBox="1"/>
            <p:nvPr/>
          </p:nvSpPr>
          <p:spPr>
            <a:xfrm>
              <a:off x="342455" y="1756904"/>
              <a:ext cx="5574957" cy="2246769"/>
            </a:xfrm>
            <a:prstGeom prst="rect">
              <a:avLst/>
            </a:prstGeom>
            <a:noFill/>
          </p:spPr>
          <p:txBody>
            <a:bodyPr wrap="square" rtlCol="0">
              <a:spAutoFit/>
            </a:bodyPr>
            <a:lstStyle/>
            <a:p>
              <a:pPr algn="just"/>
              <a:r>
                <a:rPr lang="fr-FR" sz="1400" b="1" dirty="0">
                  <a:solidFill>
                    <a:srgbClr val="0000FF"/>
                  </a:solidFill>
                </a:rPr>
                <a:t>Reconnaissance Optique de Caractères </a:t>
              </a:r>
            </a:p>
            <a:p>
              <a:pPr algn="just"/>
              <a:r>
                <a:rPr lang="fr-FR" sz="1400" b="1" dirty="0">
                  <a:solidFill>
                    <a:srgbClr val="0000FF"/>
                  </a:solidFill>
                </a:rPr>
                <a:t>(Optical </a:t>
              </a:r>
              <a:r>
                <a:rPr lang="fr-FR" sz="1400" b="1" dirty="0" err="1">
                  <a:solidFill>
                    <a:srgbClr val="0000FF"/>
                  </a:solidFill>
                </a:rPr>
                <a:t>character</a:t>
              </a:r>
              <a:r>
                <a:rPr lang="fr-FR" sz="1400" b="1" dirty="0">
                  <a:solidFill>
                    <a:srgbClr val="0000FF"/>
                  </a:solidFill>
                </a:rPr>
                <a:t> recognition, OCR)</a:t>
              </a:r>
            </a:p>
            <a:p>
              <a:pPr marL="285750" indent="-285750" algn="just">
                <a:buFont typeface="Arial" panose="020B0604020202020204" pitchFamily="34" charset="0"/>
                <a:buChar char="•"/>
              </a:pPr>
              <a:endParaRPr lang="fr-FR" sz="1400" dirty="0"/>
            </a:p>
            <a:p>
              <a:pPr marL="285750" indent="-285750" algn="just">
                <a:buFont typeface="Arial" panose="020B0604020202020204" pitchFamily="34" charset="0"/>
                <a:buChar char="•"/>
              </a:pPr>
              <a:r>
                <a:rPr lang="fr-FR" sz="1400" dirty="0"/>
                <a:t>Tests encourageants</a:t>
              </a:r>
            </a:p>
            <a:p>
              <a:pPr marL="285750" indent="-285750" algn="just">
                <a:buFont typeface="Arial" panose="020B0604020202020204" pitchFamily="34" charset="0"/>
                <a:buChar char="•"/>
              </a:pPr>
              <a:r>
                <a:rPr lang="fr-FR" sz="1400" dirty="0"/>
                <a:t>Améliorations possibles et assez rapidement sans avoir recours à du </a:t>
              </a:r>
              <a:r>
                <a:rPr lang="fr-FR" sz="1400" dirty="0" err="1"/>
                <a:t>deep</a:t>
              </a:r>
              <a:r>
                <a:rPr lang="fr-FR" sz="1400" dirty="0"/>
                <a:t> </a:t>
              </a:r>
              <a:r>
                <a:rPr lang="fr-FR" sz="1400" dirty="0" err="1"/>
                <a:t>learning</a:t>
              </a:r>
              <a:r>
                <a:rPr lang="fr-FR" sz="1400" dirty="0"/>
                <a:t> de suite</a:t>
              </a:r>
            </a:p>
            <a:p>
              <a:pPr marL="285750" indent="-285750" algn="just">
                <a:buFont typeface="Arial" panose="020B0604020202020204" pitchFamily="34" charset="0"/>
                <a:buChar char="•"/>
              </a:pPr>
              <a:r>
                <a:rPr lang="fr-FR" sz="1400" dirty="0"/>
                <a:t>Besoin d’échantillons réels</a:t>
              </a:r>
            </a:p>
            <a:p>
              <a:pPr marL="285750" indent="-285750" algn="just">
                <a:buFont typeface="Arial" panose="020B0604020202020204" pitchFamily="34" charset="0"/>
                <a:buChar char="•"/>
              </a:pPr>
              <a:r>
                <a:rPr lang="fr-FR" sz="1400" dirty="0"/>
                <a:t>Besoin de revoir les processus et les interfaces pour accepter la création multiple, l’insertion de plusieurs lignes à la fois</a:t>
              </a:r>
            </a:p>
            <a:p>
              <a:pPr algn="just"/>
              <a:r>
                <a:rPr lang="fr-FR" sz="1400" dirty="0"/>
                <a:t>=&gt; Peut devenir une </a:t>
              </a:r>
              <a:r>
                <a:rPr lang="fr-FR" sz="1400" dirty="0" err="1"/>
                <a:t>feature</a:t>
              </a:r>
              <a:r>
                <a:rPr lang="fr-FR" sz="1400" dirty="0"/>
                <a:t> avant septembre</a:t>
              </a:r>
            </a:p>
          </p:txBody>
        </p:sp>
        <p:sp>
          <p:nvSpPr>
            <p:cNvPr id="5" name="ZoneTexte 4">
              <a:extLst>
                <a:ext uri="{FF2B5EF4-FFF2-40B4-BE49-F238E27FC236}">
                  <a16:creationId xmlns:a16="http://schemas.microsoft.com/office/drawing/2014/main" id="{4AEB880D-F5DC-F3E3-573D-14A0FEED25D5}"/>
                </a:ext>
              </a:extLst>
            </p:cNvPr>
            <p:cNvSpPr txBox="1"/>
            <p:nvPr/>
          </p:nvSpPr>
          <p:spPr>
            <a:xfrm>
              <a:off x="6296362" y="1759788"/>
              <a:ext cx="5574957" cy="2031325"/>
            </a:xfrm>
            <a:prstGeom prst="rect">
              <a:avLst/>
            </a:prstGeom>
            <a:noFill/>
          </p:spPr>
          <p:txBody>
            <a:bodyPr wrap="square" rtlCol="0">
              <a:spAutoFit/>
            </a:bodyPr>
            <a:lstStyle/>
            <a:p>
              <a:pPr algn="just"/>
              <a:r>
                <a:rPr lang="fr-FR" sz="1400" b="1" dirty="0">
                  <a:solidFill>
                    <a:schemeClr val="accent2"/>
                  </a:solidFill>
                </a:rPr>
                <a:t>Reconnaissance Vocale</a:t>
              </a:r>
            </a:p>
            <a:p>
              <a:pPr algn="just"/>
              <a:r>
                <a:rPr lang="fr-FR" sz="1400" b="1" dirty="0">
                  <a:solidFill>
                    <a:schemeClr val="accent2"/>
                  </a:solidFill>
                </a:rPr>
                <a:t>(Speech Recognition, SR)</a:t>
              </a:r>
            </a:p>
            <a:p>
              <a:pPr algn="just"/>
              <a:endParaRPr lang="fr-FR" sz="1400" dirty="0"/>
            </a:p>
            <a:p>
              <a:pPr marL="285750" indent="-285750" algn="just">
                <a:buFont typeface="Arial" panose="020B0604020202020204" pitchFamily="34" charset="0"/>
                <a:buChar char="•"/>
              </a:pPr>
              <a:r>
                <a:rPr lang="fr-FR" sz="1400" dirty="0"/>
                <a:t>Tests décevants</a:t>
              </a:r>
            </a:p>
            <a:p>
              <a:pPr marL="285750" indent="-285750" algn="just">
                <a:buFont typeface="Arial" panose="020B0604020202020204" pitchFamily="34" charset="0"/>
                <a:buChar char="•"/>
              </a:pPr>
              <a:r>
                <a:rPr lang="fr-FR" sz="1400" dirty="0"/>
                <a:t>Inquiétude sur la qualité </a:t>
              </a:r>
            </a:p>
            <a:p>
              <a:pPr marL="285750" indent="-285750" algn="just">
                <a:buFont typeface="Arial" panose="020B0604020202020204" pitchFamily="34" charset="0"/>
                <a:buChar char="•"/>
              </a:pPr>
              <a:r>
                <a:rPr lang="fr-FR" sz="1400" dirty="0"/>
                <a:t>Si nous souhaitons ajouter cette fonctionnalité, nous allons devoir passer ce projet en R&amp;D avec du </a:t>
              </a:r>
              <a:r>
                <a:rPr lang="fr-FR" sz="1400" dirty="0" err="1"/>
                <a:t>deep</a:t>
              </a:r>
              <a:r>
                <a:rPr lang="fr-FR" sz="1400" dirty="0"/>
                <a:t> </a:t>
              </a:r>
              <a:r>
                <a:rPr lang="fr-FR" sz="1400" dirty="0" err="1"/>
                <a:t>learning</a:t>
              </a:r>
              <a:r>
                <a:rPr lang="fr-FR" sz="1400" dirty="0"/>
                <a:t>. Cela sera donc ni rapide et ni à faible coûts…</a:t>
              </a:r>
            </a:p>
            <a:p>
              <a:pPr algn="just"/>
              <a:r>
                <a:rPr lang="fr-FR" sz="1400"/>
                <a:t>=&gt; Ne peut </a:t>
              </a:r>
              <a:r>
                <a:rPr lang="fr-FR" sz="1400" dirty="0"/>
                <a:t>devenir une </a:t>
              </a:r>
              <a:r>
                <a:rPr lang="fr-FR" sz="1400" dirty="0" err="1"/>
                <a:t>feature</a:t>
              </a:r>
              <a:r>
                <a:rPr lang="fr-FR" sz="1400" dirty="0"/>
                <a:t> avant septembre</a:t>
              </a:r>
            </a:p>
          </p:txBody>
        </p:sp>
      </p:grpSp>
      <p:sp>
        <p:nvSpPr>
          <p:cNvPr id="7" name="ZoneTexte 6">
            <a:extLst>
              <a:ext uri="{FF2B5EF4-FFF2-40B4-BE49-F238E27FC236}">
                <a16:creationId xmlns:a16="http://schemas.microsoft.com/office/drawing/2014/main" id="{48510D91-817E-D540-80F3-9AFCFE53199B}"/>
              </a:ext>
            </a:extLst>
          </p:cNvPr>
          <p:cNvSpPr txBox="1"/>
          <p:nvPr/>
        </p:nvSpPr>
        <p:spPr>
          <a:xfrm>
            <a:off x="331568" y="1225484"/>
            <a:ext cx="11528854" cy="2677656"/>
          </a:xfrm>
          <a:prstGeom prst="rect">
            <a:avLst/>
          </a:prstGeom>
          <a:noFill/>
        </p:spPr>
        <p:txBody>
          <a:bodyPr wrap="square" rtlCol="0">
            <a:spAutoFit/>
          </a:bodyPr>
          <a:lstStyle/>
          <a:p>
            <a:r>
              <a:rPr lang="fr-FR" sz="1400" b="1" dirty="0"/>
              <a:t>Pistes d’amélioration - communes</a:t>
            </a:r>
          </a:p>
          <a:p>
            <a:pPr>
              <a:buFont typeface="+mj-lt"/>
              <a:buAutoNum type="arabicPeriod"/>
            </a:pPr>
            <a:endParaRPr lang="fr-FR" sz="1400" b="1" dirty="0"/>
          </a:p>
          <a:p>
            <a:pPr>
              <a:buFont typeface="+mj-lt"/>
              <a:buAutoNum type="arabicPeriod"/>
            </a:pPr>
            <a:r>
              <a:rPr lang="fr-FR" sz="1400" dirty="0"/>
              <a:t>Uniformisation des interfaces</a:t>
            </a:r>
          </a:p>
          <a:p>
            <a:pPr marL="742950" lvl="1" indent="-285750">
              <a:buFont typeface="Wingdings" pitchFamily="2" charset="2"/>
              <a:buChar char="§"/>
            </a:pPr>
            <a:r>
              <a:rPr lang="fr-FR" sz="1400" dirty="0"/>
              <a:t>Concevoir une fiche de saisie pour chaque écran</a:t>
            </a:r>
          </a:p>
          <a:p>
            <a:pPr marL="742950" lvl="1" indent="-285750">
              <a:buFont typeface="Wingdings" pitchFamily="2" charset="2"/>
              <a:buChar char="§"/>
            </a:pPr>
            <a:r>
              <a:rPr lang="fr-FR" sz="1400" dirty="0"/>
              <a:t>Ajouter les boutons pour la data capture avec un bouton help/tuto</a:t>
            </a:r>
          </a:p>
          <a:p>
            <a:pPr>
              <a:buFont typeface="+mj-lt"/>
              <a:buAutoNum type="arabicPeriod"/>
            </a:pPr>
            <a:r>
              <a:rPr lang="fr-FR" sz="1400" dirty="0"/>
              <a:t>Amélioration de l'interface utilisateur</a:t>
            </a:r>
          </a:p>
          <a:p>
            <a:pPr marL="742950" lvl="1" indent="-285750">
              <a:buFont typeface="Wingdings" panose="05000000000000000000" pitchFamily="2" charset="2"/>
              <a:buChar char="§"/>
            </a:pPr>
            <a:r>
              <a:rPr lang="fr-FR" sz="1400" dirty="0"/>
              <a:t>Feedback en temps réel : fournir un feedback en temps réel pour aider les utilisateurs à corriger les erreurs.</a:t>
            </a:r>
          </a:p>
          <a:p>
            <a:pPr marL="742950" lvl="1" indent="-285750">
              <a:buFont typeface="Wingdings" panose="05000000000000000000" pitchFamily="2" charset="2"/>
              <a:buChar char="§"/>
            </a:pPr>
            <a:r>
              <a:rPr lang="fr-FR" sz="1400" dirty="0"/>
              <a:t>Guidage utilisateur : offrir des instructions claires et des guides pour aider les utilisateurs à capturer des images et des enregistrements de haute qualité.</a:t>
            </a:r>
          </a:p>
          <a:p>
            <a:pPr>
              <a:buFont typeface="+mj-lt"/>
              <a:buAutoNum type="arabicPeriod"/>
            </a:pPr>
            <a:r>
              <a:rPr lang="fr-FR" sz="1400" dirty="0"/>
              <a:t>Formation et support</a:t>
            </a:r>
          </a:p>
          <a:p>
            <a:pPr marL="742950" lvl="1" indent="-285750">
              <a:buFont typeface="Wingdings" panose="05000000000000000000" pitchFamily="2" charset="2"/>
              <a:buChar char="§"/>
            </a:pPr>
            <a:r>
              <a:rPr lang="fr-FR" sz="1400" dirty="0"/>
              <a:t>Formation des utilisateurs : fournir des formations pour aider les utilisateurs à tirer le meilleur parti des fonctionnalités OCR et SR.</a:t>
            </a:r>
          </a:p>
          <a:p>
            <a:pPr marL="742950" lvl="1" indent="-285750">
              <a:buFont typeface="Wingdings" panose="05000000000000000000" pitchFamily="2" charset="2"/>
              <a:buChar char="§"/>
            </a:pPr>
            <a:r>
              <a:rPr lang="fr-FR" sz="1400" dirty="0"/>
              <a:t>Support technique : offrir un support technique pour aider les utilisateurs à résoudre les problèmes et à améliorer leur expérience.</a:t>
            </a:r>
          </a:p>
        </p:txBody>
      </p:sp>
    </p:spTree>
    <p:extLst>
      <p:ext uri="{BB962C8B-B14F-4D97-AF65-F5344CB8AC3E}">
        <p14:creationId xmlns:p14="http://schemas.microsoft.com/office/powerpoint/2010/main" val="1411393965"/>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819</TotalTime>
  <Words>1845</Words>
  <Application>Microsoft Office PowerPoint</Application>
  <PresentationFormat>Grand écran</PresentationFormat>
  <Paragraphs>278</Paragraphs>
  <Slides>15</Slides>
  <Notes>10</Notes>
  <HiddenSlides>0</HiddenSlides>
  <MMClips>7</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15</vt:i4>
      </vt:variant>
    </vt:vector>
  </HeadingPairs>
  <TitlesOfParts>
    <vt:vector size="20" baseType="lpstr">
      <vt:lpstr>Arial</vt:lpstr>
      <vt:lpstr>Calibri</vt:lpstr>
      <vt:lpstr>Calibri Light</vt:lpstr>
      <vt:lpstr>Wingdings</vt:lpstr>
      <vt:lpstr>Thème Office</vt:lpstr>
      <vt:lpstr>Data capture</vt:lpstr>
      <vt:lpstr>Le contexte et le besoin</vt:lpstr>
      <vt:lpstr>La méthode suivie : 5 étapes</vt:lpstr>
      <vt:lpstr>Reconnaissance Optique de Caractères </vt:lpstr>
      <vt:lpstr>Présentation PowerPoint</vt:lpstr>
      <vt:lpstr>Présentation PowerPoint</vt:lpstr>
      <vt:lpstr>Présentation PowerPoint</vt:lpstr>
      <vt:lpstr>Présentation PowerPoint</vt:lpstr>
      <vt:lpstr>Pistes d’amélioration</vt:lpstr>
      <vt:lpstr>Reconnaissance Vocale</vt:lpstr>
      <vt:lpstr>Présentation PowerPoint</vt:lpstr>
      <vt:lpstr>Présentation PowerPoint</vt:lpstr>
      <vt:lpstr>Présentation PowerPoint</vt:lpstr>
      <vt:lpstr>Pistes d’amélioration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Marketplace</dc:title>
  <dc:creator>Kim SAVAROCHE</dc:creator>
  <cp:lastModifiedBy>Kim SAVAROCHE</cp:lastModifiedBy>
  <cp:revision>2</cp:revision>
  <dcterms:created xsi:type="dcterms:W3CDTF">2025-07-02T13:43:59Z</dcterms:created>
  <dcterms:modified xsi:type="dcterms:W3CDTF">2025-08-17T09:06:01Z</dcterms:modified>
</cp:coreProperties>
</file>